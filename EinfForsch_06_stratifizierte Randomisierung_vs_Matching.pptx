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4"/>
  </p:sldMasterIdLst>
  <p:sldIdLst>
    <p:sldId id="3508" r:id="rId5"/>
    <p:sldId id="3505" r:id="rId6"/>
    <p:sldId id="3507" r:id="rId7"/>
    <p:sldId id="3509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63E4D41B-ACF3-484D-83DE-20CCBEFDBD1A}">
          <p14:sldIdLst>
            <p14:sldId id="3508"/>
            <p14:sldId id="3505"/>
            <p14:sldId id="3507"/>
            <p14:sldId id="3509"/>
          </p14:sldIdLst>
        </p14:section>
        <p14:section name="Folienbibliothek" id="{04CCCBE8-CF52-42AB-B123-739F00246619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3"/>
    <p:restoredTop sz="94711"/>
  </p:normalViewPr>
  <p:slideViewPr>
    <p:cSldViewPr snapToGrid="0">
      <p:cViewPr varScale="1">
        <p:scale>
          <a:sx n="152" d="100"/>
          <a:sy n="152" d="100"/>
        </p:scale>
        <p:origin x="87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oline Zygar-Hoffmann" userId="2818bc5e-8835-485e-b099-5b52442ea8af" providerId="ADAL" clId="{B9F1908F-C3B3-4FCB-ACBD-FBDD0A16AB8B}"/>
    <pc:docChg chg="custSel modSld">
      <pc:chgData name="Caroline Zygar-Hoffmann" userId="2818bc5e-8835-485e-b099-5b52442ea8af" providerId="ADAL" clId="{B9F1908F-C3B3-4FCB-ACBD-FBDD0A16AB8B}" dt="2026-01-20T07:12:58.440" v="0" actId="313"/>
      <pc:docMkLst>
        <pc:docMk/>
      </pc:docMkLst>
      <pc:sldChg chg="modSp mod">
        <pc:chgData name="Caroline Zygar-Hoffmann" userId="2818bc5e-8835-485e-b099-5b52442ea8af" providerId="ADAL" clId="{B9F1908F-C3B3-4FCB-ACBD-FBDD0A16AB8B}" dt="2026-01-20T07:12:58.440" v="0" actId="313"/>
        <pc:sldMkLst>
          <pc:docMk/>
          <pc:sldMk cId="2640203508" sldId="3508"/>
        </pc:sldMkLst>
        <pc:spChg chg="mod">
          <ac:chgData name="Caroline Zygar-Hoffmann" userId="2818bc5e-8835-485e-b099-5b52442ea8af" providerId="ADAL" clId="{B9F1908F-C3B3-4FCB-ACBD-FBDD0A16AB8B}" dt="2026-01-20T07:12:58.440" v="0" actId="313"/>
          <ac:spMkLst>
            <pc:docMk/>
            <pc:sldMk cId="2640203508" sldId="3508"/>
            <ac:spMk id="6" creationId="{DDC66279-135F-1825-5368-582FEE9A995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48E1BB13-C80F-46C8-9509-0380C28BFD8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 bwMode="gray">
          <a:xfrm>
            <a:off x="336000" y="1989000"/>
            <a:ext cx="11232000" cy="3744000"/>
          </a:xfrm>
        </p:spPr>
        <p:txBody>
          <a:bodyPr lIns="144000"/>
          <a:lstStyle/>
          <a:p>
            <a:pPr lvl="0"/>
            <a:r>
              <a:rPr lang="de-DE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8056A89-76A1-4EEB-91E5-C31CCDAEB2A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 lIns="144000"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AD727D9-F239-4D7D-BBB5-38B8E508FF4D}"/>
              </a:ext>
            </a:extLst>
          </p:cNvPr>
          <p:cNvSpPr>
            <a:spLocks noGrp="1"/>
          </p:cNvSpPr>
          <p:nvPr>
            <p:ph type="dt" sz="half" idx="19"/>
          </p:nvPr>
        </p:nvSpPr>
        <p:spPr bwMode="gray"/>
        <p:txBody>
          <a:bodyPr/>
          <a:lstStyle/>
          <a:p>
            <a:r>
              <a:rPr lang="de-DE"/>
              <a:t>15.04.25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F215B8F-5AEC-457F-BA9A-256F52A5EA8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gray"/>
        <p:txBody>
          <a:bodyPr/>
          <a:lstStyle/>
          <a:p>
            <a:r>
              <a:rPr lang="de-DE"/>
              <a:t>Florentine wissing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D453873-89E3-43AE-9601-C5DA486266E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 bwMode="gray"/>
        <p:txBody>
          <a:bodyPr/>
          <a:lstStyle/>
          <a:p>
            <a:fld id="{09E9C37E-8A19-4E30-BE2B-5A966AD23C7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9241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26B43"/>
          </p15:clr>
        </p15:guide>
        <p15:guide id="2" orient="horz" pos="482">
          <p15:clr>
            <a:srgbClr val="F26B43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262C38A-7CC5-474E-996E-EB21EF277A3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000" y="765000"/>
            <a:ext cx="7416000" cy="936000"/>
          </a:xfrm>
          <a:prstGeom prst="rect">
            <a:avLst/>
          </a:prstGeom>
        </p:spPr>
        <p:txBody>
          <a:bodyPr vert="horz" lIns="14400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149B356-E296-4D15-B6BD-7CC27A66E55B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36000" y="1989000"/>
            <a:ext cx="7416000" cy="3744000"/>
          </a:xfrm>
          <a:prstGeom prst="rect">
            <a:avLst/>
          </a:prstGeom>
        </p:spPr>
        <p:txBody>
          <a:bodyPr vert="horz" lIns="144000" tIns="144000" rIns="14400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</a:t>
            </a:r>
          </a:p>
          <a:p>
            <a:pPr lvl="6"/>
            <a:r>
              <a:rPr lang="de-DE"/>
              <a:t>Sieben </a:t>
            </a:r>
          </a:p>
          <a:p>
            <a:pPr lvl="7"/>
            <a:r>
              <a:rPr lang="de-DE"/>
              <a:t>Acht</a:t>
            </a:r>
          </a:p>
          <a:p>
            <a:pPr lvl="8"/>
            <a:r>
              <a:rPr lang="de-DE"/>
              <a:t>Neun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1DF897-23E6-462E-B282-7CDC4E519F90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704000" y="6453000"/>
            <a:ext cx="720000" cy="14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  <a:lvl2pPr marL="0" algn="l">
              <a:defRPr sz="800">
                <a:solidFill>
                  <a:schemeClr val="tx1"/>
                </a:solidFill>
              </a:defRPr>
            </a:lvl2pPr>
            <a:lvl3pPr marL="0">
              <a:defRPr sz="800">
                <a:solidFill>
                  <a:schemeClr val="tx1"/>
                </a:solidFill>
              </a:defRPr>
            </a:lvl3pPr>
            <a:lvl4pPr marL="0">
              <a:defRPr sz="800">
                <a:solidFill>
                  <a:schemeClr val="tx1"/>
                </a:solidFill>
              </a:defRPr>
            </a:lvl4pPr>
            <a:lvl5pPr marL="0" indent="0">
              <a:defRPr sz="800">
                <a:solidFill>
                  <a:schemeClr val="tx1"/>
                </a:solidFill>
              </a:defRPr>
            </a:lvl5pPr>
            <a:lvl6pPr marL="0">
              <a:defRPr sz="800">
                <a:solidFill>
                  <a:schemeClr val="tx1"/>
                </a:solidFill>
              </a:defRPr>
            </a:lvl6pPr>
            <a:lvl7pPr marL="0">
              <a:defRPr sz="800">
                <a:solidFill>
                  <a:schemeClr val="tx1"/>
                </a:solidFill>
              </a:defRPr>
            </a:lvl7pPr>
            <a:lvl8pPr marL="0">
              <a:defRPr sz="800">
                <a:solidFill>
                  <a:schemeClr val="tx1"/>
                </a:solidFill>
              </a:defRPr>
            </a:lvl8pPr>
            <a:lvl9pPr marL="0">
              <a:defRPr sz="800">
                <a:solidFill>
                  <a:schemeClr val="tx1"/>
                </a:solidFill>
              </a:defRPr>
            </a:lvl9pPr>
          </a:lstStyle>
          <a:p>
            <a:r>
              <a:rPr lang="de-DE"/>
              <a:t>15.04.25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DC53320-4EFC-43F4-A307-E01AF2A692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36000" y="6453000"/>
            <a:ext cx="5472000" cy="144000"/>
          </a:xfrm>
          <a:prstGeom prst="rect">
            <a:avLst/>
          </a:prstGeom>
        </p:spPr>
        <p:txBody>
          <a:bodyPr vert="horz" lIns="144000" tIns="0" rIns="0" bIns="0" rtlCol="0" anchor="b" anchorCtr="0">
            <a:noAutofit/>
          </a:bodyPr>
          <a:lstStyle>
            <a:lvl1pPr algn="l">
              <a:defRPr sz="800" cap="all" baseline="0">
                <a:solidFill>
                  <a:schemeClr val="tx1"/>
                </a:solidFill>
              </a:defRPr>
            </a:lvl1pPr>
            <a:lvl2pPr marL="0" algn="l">
              <a:defRPr sz="800">
                <a:solidFill>
                  <a:schemeClr val="tx1"/>
                </a:solidFill>
              </a:defRPr>
            </a:lvl2pPr>
            <a:lvl3pPr marL="0" algn="l">
              <a:defRPr sz="800">
                <a:solidFill>
                  <a:schemeClr val="tx1"/>
                </a:solidFill>
              </a:defRPr>
            </a:lvl3pPr>
            <a:lvl4pPr marL="0">
              <a:defRPr sz="800">
                <a:solidFill>
                  <a:schemeClr val="tx1"/>
                </a:solidFill>
              </a:defRPr>
            </a:lvl4pPr>
            <a:lvl5pPr marL="0">
              <a:defRPr sz="800"/>
            </a:lvl5pPr>
            <a:lvl6pPr marL="0">
              <a:defRPr sz="800">
                <a:solidFill>
                  <a:schemeClr val="tx1"/>
                </a:solidFill>
              </a:defRPr>
            </a:lvl6pPr>
            <a:lvl7pPr marL="0" algn="l">
              <a:defRPr sz="800">
                <a:solidFill>
                  <a:schemeClr val="tx1"/>
                </a:solidFill>
              </a:defRPr>
            </a:lvl7pPr>
            <a:lvl8pPr marL="0" algn="l">
              <a:defRPr sz="800">
                <a:solidFill>
                  <a:schemeClr val="tx1"/>
                </a:solidFill>
              </a:defRPr>
            </a:lvl8pPr>
            <a:lvl9pPr marL="0" algn="l">
              <a:defRPr sz="800">
                <a:solidFill>
                  <a:schemeClr val="tx1"/>
                </a:solidFill>
              </a:defRPr>
            </a:lvl9pPr>
          </a:lstStyle>
          <a:p>
            <a:r>
              <a:rPr lang="de-DE"/>
              <a:t>Florentine wissing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FE2D03-3FEB-4CA0-AC7B-FE3401CA6A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568000" y="6453000"/>
            <a:ext cx="288000" cy="14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  <a:lvl2pPr marL="0" algn="r">
              <a:defRPr sz="800">
                <a:solidFill>
                  <a:schemeClr val="tx1"/>
                </a:solidFill>
              </a:defRPr>
            </a:lvl2pPr>
            <a:lvl3pPr marL="0" algn="r">
              <a:defRPr sz="800">
                <a:solidFill>
                  <a:schemeClr val="tx1"/>
                </a:solidFill>
              </a:defRPr>
            </a:lvl3pPr>
            <a:lvl4pPr marL="0" algn="r">
              <a:defRPr sz="800"/>
            </a:lvl4pPr>
            <a:lvl5pPr marL="0" algn="r">
              <a:defRPr sz="800">
                <a:solidFill>
                  <a:schemeClr val="tx1"/>
                </a:solidFill>
              </a:defRPr>
            </a:lvl5pPr>
            <a:lvl6pPr marL="0" algn="r">
              <a:defRPr sz="800">
                <a:solidFill>
                  <a:schemeClr val="tx1"/>
                </a:solidFill>
              </a:defRPr>
            </a:lvl6pPr>
            <a:lvl7pPr marL="0" algn="r">
              <a:defRPr sz="800">
                <a:solidFill>
                  <a:schemeClr val="tx1"/>
                </a:solidFill>
              </a:defRPr>
            </a:lvl7pPr>
            <a:lvl8pPr marL="0" algn="r">
              <a:defRPr sz="800">
                <a:solidFill>
                  <a:schemeClr val="tx1"/>
                </a:solidFill>
              </a:defRPr>
            </a:lvl8pPr>
            <a:lvl9pPr marL="0" algn="r">
              <a:defRPr sz="800">
                <a:solidFill>
                  <a:schemeClr val="tx1"/>
                </a:solidFill>
              </a:defRPr>
            </a:lvl9pPr>
          </a:lstStyle>
          <a:p>
            <a:fld id="{09E9C37E-8A19-4E30-BE2B-5A966AD23C7A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ED4CB9-AD40-4EAF-B740-81B13CA58706}"/>
              </a:ext>
            </a:extLst>
          </p:cNvPr>
          <p:cNvCxnSpPr/>
          <p:nvPr userDrawn="1"/>
        </p:nvCxnSpPr>
        <p:spPr bwMode="gray">
          <a:xfrm>
            <a:off x="11856000" y="-243000"/>
            <a:ext cx="0" cy="108000"/>
          </a:xfrm>
          <a:prstGeom prst="line">
            <a:avLst/>
          </a:prstGeom>
          <a:ln w="9525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51C810B-B938-4922-8BC9-15084CF8408B}"/>
              </a:ext>
            </a:extLst>
          </p:cNvPr>
          <p:cNvCxnSpPr/>
          <p:nvPr userDrawn="1"/>
        </p:nvCxnSpPr>
        <p:spPr bwMode="gray">
          <a:xfrm>
            <a:off x="336550" y="-243000"/>
            <a:ext cx="0" cy="10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A8C9D9-232D-452C-A978-59E7420CB565}"/>
              </a:ext>
            </a:extLst>
          </p:cNvPr>
          <p:cNvCxnSpPr/>
          <p:nvPr userDrawn="1"/>
        </p:nvCxnSpPr>
        <p:spPr bwMode="gray">
          <a:xfrm>
            <a:off x="4152000" y="-243000"/>
            <a:ext cx="0" cy="10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2F13F3-0219-45D8-B192-5D81288B414D}"/>
              </a:ext>
            </a:extLst>
          </p:cNvPr>
          <p:cNvCxnSpPr/>
          <p:nvPr userDrawn="1"/>
        </p:nvCxnSpPr>
        <p:spPr bwMode="gray">
          <a:xfrm>
            <a:off x="3864000" y="-243000"/>
            <a:ext cx="0" cy="10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A1DD5A0-C428-4B7F-AF0E-5F7F68E50834}"/>
              </a:ext>
            </a:extLst>
          </p:cNvPr>
          <p:cNvCxnSpPr/>
          <p:nvPr userDrawn="1"/>
        </p:nvCxnSpPr>
        <p:spPr bwMode="gray">
          <a:xfrm>
            <a:off x="8040000" y="-243000"/>
            <a:ext cx="0" cy="10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AEA23A3-8310-4EEE-B9FD-E2BE90B24EDA}"/>
              </a:ext>
            </a:extLst>
          </p:cNvPr>
          <p:cNvCxnSpPr/>
          <p:nvPr userDrawn="1"/>
        </p:nvCxnSpPr>
        <p:spPr bwMode="gray">
          <a:xfrm>
            <a:off x="11568000" y="-243000"/>
            <a:ext cx="0" cy="10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98A7886-6157-4E07-871F-E89A1E11FBD4}"/>
              </a:ext>
            </a:extLst>
          </p:cNvPr>
          <p:cNvCxnSpPr/>
          <p:nvPr userDrawn="1"/>
        </p:nvCxnSpPr>
        <p:spPr bwMode="gray">
          <a:xfrm>
            <a:off x="-240000" y="1989000"/>
            <a:ext cx="108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349BD79-F2FE-4E7F-BC13-DF3495845FD0}"/>
              </a:ext>
            </a:extLst>
          </p:cNvPr>
          <p:cNvCxnSpPr/>
          <p:nvPr userDrawn="1"/>
        </p:nvCxnSpPr>
        <p:spPr bwMode="gray">
          <a:xfrm>
            <a:off x="-240000" y="5733000"/>
            <a:ext cx="108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4CD191A-E3D6-4A1E-8A33-DC6A74C6666F}"/>
              </a:ext>
            </a:extLst>
          </p:cNvPr>
          <p:cNvCxnSpPr/>
          <p:nvPr userDrawn="1"/>
        </p:nvCxnSpPr>
        <p:spPr bwMode="gray">
          <a:xfrm>
            <a:off x="-240000" y="765000"/>
            <a:ext cx="108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53253C2-80DD-4829-A5C6-84ECCD69D90D}"/>
              </a:ext>
            </a:extLst>
          </p:cNvPr>
          <p:cNvCxnSpPr/>
          <p:nvPr userDrawn="1"/>
        </p:nvCxnSpPr>
        <p:spPr bwMode="gray">
          <a:xfrm>
            <a:off x="7752000" y="-243000"/>
            <a:ext cx="0" cy="10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12">
            <a:extLst>
              <a:ext uri="{FF2B5EF4-FFF2-40B4-BE49-F238E27FC236}">
                <a16:creationId xmlns:a16="http://schemas.microsoft.com/office/drawing/2014/main" id="{F501B70B-1317-4099-BE1F-9A49FAC9F00A}"/>
              </a:ext>
            </a:extLst>
          </p:cNvPr>
          <p:cNvCxnSpPr/>
          <p:nvPr userDrawn="1"/>
        </p:nvCxnSpPr>
        <p:spPr bwMode="gray">
          <a:xfrm>
            <a:off x="6096000" y="-243000"/>
            <a:ext cx="0" cy="10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13">
            <a:extLst>
              <a:ext uri="{FF2B5EF4-FFF2-40B4-BE49-F238E27FC236}">
                <a16:creationId xmlns:a16="http://schemas.microsoft.com/office/drawing/2014/main" id="{D0AEB0EF-13A5-4DD0-9B14-7611B76AFB09}"/>
              </a:ext>
            </a:extLst>
          </p:cNvPr>
          <p:cNvCxnSpPr/>
          <p:nvPr userDrawn="1"/>
        </p:nvCxnSpPr>
        <p:spPr bwMode="gray">
          <a:xfrm>
            <a:off x="5808000" y="-243000"/>
            <a:ext cx="0" cy="10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1" name="Gruppieren 140">
            <a:extLst>
              <a:ext uri="{FF2B5EF4-FFF2-40B4-BE49-F238E27FC236}">
                <a16:creationId xmlns:a16="http://schemas.microsoft.com/office/drawing/2014/main" id="{48336608-71B1-418F-9D32-B97223A49A49}"/>
              </a:ext>
            </a:extLst>
          </p:cNvPr>
          <p:cNvGrpSpPr/>
          <p:nvPr userDrawn="1"/>
        </p:nvGrpSpPr>
        <p:grpSpPr bwMode="gray">
          <a:xfrm>
            <a:off x="9479450" y="0"/>
            <a:ext cx="2376000" cy="1129503"/>
            <a:chOff x="9479450" y="0"/>
            <a:chExt cx="2376000" cy="1129503"/>
          </a:xfrm>
        </p:grpSpPr>
        <p:grpSp>
          <p:nvGrpSpPr>
            <p:cNvPr id="142" name="Graphic 3">
              <a:extLst>
                <a:ext uri="{FF2B5EF4-FFF2-40B4-BE49-F238E27FC236}">
                  <a16:creationId xmlns:a16="http://schemas.microsoft.com/office/drawing/2014/main" id="{0705E262-5B97-4BC0-B18F-D0F1A7203C8A}"/>
                </a:ext>
              </a:extLst>
            </p:cNvPr>
            <p:cNvGrpSpPr>
              <a:grpSpLocks noChangeAspect="1"/>
            </p:cNvGrpSpPr>
            <p:nvPr/>
          </p:nvGrpSpPr>
          <p:grpSpPr bwMode="gray">
            <a:xfrm>
              <a:off x="9479450" y="0"/>
              <a:ext cx="2376000" cy="1129503"/>
              <a:chOff x="0" y="531083"/>
              <a:chExt cx="12192000" cy="5795833"/>
            </a:xfrm>
          </p:grpSpPr>
          <p:sp>
            <p:nvSpPr>
              <p:cNvPr id="146" name="Freeform: Shape 82">
                <a:extLst>
                  <a:ext uri="{FF2B5EF4-FFF2-40B4-BE49-F238E27FC236}">
                    <a16:creationId xmlns:a16="http://schemas.microsoft.com/office/drawing/2014/main" id="{3489CFEA-8ED0-4667-8AA7-EE5C54D02308}"/>
                  </a:ext>
                </a:extLst>
              </p:cNvPr>
              <p:cNvSpPr/>
              <p:nvPr/>
            </p:nvSpPr>
            <p:spPr bwMode="gray">
              <a:xfrm>
                <a:off x="0" y="531083"/>
                <a:ext cx="12191569" cy="5795676"/>
              </a:xfrm>
              <a:custGeom>
                <a:avLst/>
                <a:gdLst>
                  <a:gd name="connsiteX0" fmla="*/ 0 w 12191569"/>
                  <a:gd name="connsiteY0" fmla="*/ 0 h 5795676"/>
                  <a:gd name="connsiteX1" fmla="*/ 12191569 w 12191569"/>
                  <a:gd name="connsiteY1" fmla="*/ 0 h 5795676"/>
                  <a:gd name="connsiteX2" fmla="*/ 12191569 w 12191569"/>
                  <a:gd name="connsiteY2" fmla="*/ 5795676 h 5795676"/>
                  <a:gd name="connsiteX3" fmla="*/ 0 w 12191569"/>
                  <a:gd name="connsiteY3" fmla="*/ 5795676 h 5795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91569" h="5795676">
                    <a:moveTo>
                      <a:pt x="0" y="0"/>
                    </a:moveTo>
                    <a:lnTo>
                      <a:pt x="12191569" y="0"/>
                    </a:lnTo>
                    <a:lnTo>
                      <a:pt x="12191569" y="5795676"/>
                    </a:lnTo>
                    <a:lnTo>
                      <a:pt x="0" y="5795676"/>
                    </a:lnTo>
                    <a:close/>
                  </a:path>
                </a:pathLst>
              </a:custGeom>
              <a:solidFill>
                <a:srgbClr val="FFFFFF"/>
              </a:solidFill>
              <a:ln w="13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grpSp>
            <p:nvGrpSpPr>
              <p:cNvPr id="147" name="Graphic 3">
                <a:extLst>
                  <a:ext uri="{FF2B5EF4-FFF2-40B4-BE49-F238E27FC236}">
                    <a16:creationId xmlns:a16="http://schemas.microsoft.com/office/drawing/2014/main" id="{6B5E1745-F57E-411B-8D32-1734DA5BD284}"/>
                  </a:ext>
                </a:extLst>
              </p:cNvPr>
              <p:cNvGrpSpPr/>
              <p:nvPr/>
            </p:nvGrpSpPr>
            <p:grpSpPr bwMode="gray">
              <a:xfrm>
                <a:off x="3221757" y="3362649"/>
                <a:ext cx="7389002" cy="737823"/>
                <a:chOff x="3221757" y="3362649"/>
                <a:chExt cx="7389002" cy="737823"/>
              </a:xfrm>
              <a:solidFill>
                <a:srgbClr val="3D434B"/>
              </a:solidFill>
            </p:grpSpPr>
            <p:sp>
              <p:nvSpPr>
                <p:cNvPr id="191" name="Freeform: Shape 127">
                  <a:extLst>
                    <a:ext uri="{FF2B5EF4-FFF2-40B4-BE49-F238E27FC236}">
                      <a16:creationId xmlns:a16="http://schemas.microsoft.com/office/drawing/2014/main" id="{612187CE-37CF-4EFF-9053-5466E24AD9F6}"/>
                    </a:ext>
                  </a:extLst>
                </p:cNvPr>
                <p:cNvSpPr/>
                <p:nvPr/>
              </p:nvSpPr>
              <p:spPr bwMode="gray">
                <a:xfrm>
                  <a:off x="8575523" y="3374643"/>
                  <a:ext cx="283266" cy="713313"/>
                </a:xfrm>
                <a:custGeom>
                  <a:avLst/>
                  <a:gdLst>
                    <a:gd name="connsiteX0" fmla="*/ 283266 w 283266"/>
                    <a:gd name="connsiteY0" fmla="*/ 75851 h 713313"/>
                    <a:gd name="connsiteX1" fmla="*/ 283266 w 283266"/>
                    <a:gd name="connsiteY1" fmla="*/ 0 h 713313"/>
                    <a:gd name="connsiteX2" fmla="*/ 0 w 283266"/>
                    <a:gd name="connsiteY2" fmla="*/ 0 h 713313"/>
                    <a:gd name="connsiteX3" fmla="*/ 0 w 283266"/>
                    <a:gd name="connsiteY3" fmla="*/ 75851 h 713313"/>
                    <a:gd name="connsiteX4" fmla="*/ 92895 w 283266"/>
                    <a:gd name="connsiteY4" fmla="*/ 75851 h 713313"/>
                    <a:gd name="connsiteX5" fmla="*/ 92895 w 283266"/>
                    <a:gd name="connsiteY5" fmla="*/ 637450 h 713313"/>
                    <a:gd name="connsiteX6" fmla="*/ 0 w 283266"/>
                    <a:gd name="connsiteY6" fmla="*/ 637450 h 713313"/>
                    <a:gd name="connsiteX7" fmla="*/ 0 w 283266"/>
                    <a:gd name="connsiteY7" fmla="*/ 713314 h 713313"/>
                    <a:gd name="connsiteX8" fmla="*/ 283266 w 283266"/>
                    <a:gd name="connsiteY8" fmla="*/ 713314 h 713313"/>
                    <a:gd name="connsiteX9" fmla="*/ 283266 w 283266"/>
                    <a:gd name="connsiteY9" fmla="*/ 637450 h 713313"/>
                    <a:gd name="connsiteX10" fmla="*/ 190371 w 283266"/>
                    <a:gd name="connsiteY10" fmla="*/ 637450 h 713313"/>
                    <a:gd name="connsiteX11" fmla="*/ 190371 w 283266"/>
                    <a:gd name="connsiteY11" fmla="*/ 75851 h 713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83266" h="713313">
                      <a:moveTo>
                        <a:pt x="283266" y="75851"/>
                      </a:moveTo>
                      <a:lnTo>
                        <a:pt x="283266" y="0"/>
                      </a:lnTo>
                      <a:lnTo>
                        <a:pt x="0" y="0"/>
                      </a:lnTo>
                      <a:lnTo>
                        <a:pt x="0" y="75851"/>
                      </a:lnTo>
                      <a:lnTo>
                        <a:pt x="92895" y="75851"/>
                      </a:lnTo>
                      <a:lnTo>
                        <a:pt x="92895" y="637450"/>
                      </a:lnTo>
                      <a:lnTo>
                        <a:pt x="0" y="637450"/>
                      </a:lnTo>
                      <a:lnTo>
                        <a:pt x="0" y="713314"/>
                      </a:lnTo>
                      <a:lnTo>
                        <a:pt x="283266" y="713314"/>
                      </a:lnTo>
                      <a:lnTo>
                        <a:pt x="283266" y="637450"/>
                      </a:lnTo>
                      <a:lnTo>
                        <a:pt x="190371" y="637450"/>
                      </a:lnTo>
                      <a:lnTo>
                        <a:pt x="190371" y="75851"/>
                      </a:ln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grpSp>
              <p:nvGrpSpPr>
                <p:cNvPr id="192" name="Graphic 3">
                  <a:extLst>
                    <a:ext uri="{FF2B5EF4-FFF2-40B4-BE49-F238E27FC236}">
                      <a16:creationId xmlns:a16="http://schemas.microsoft.com/office/drawing/2014/main" id="{0ED908E2-390B-4A00-8CE0-C497F5E6B659}"/>
                    </a:ext>
                  </a:extLst>
                </p:cNvPr>
                <p:cNvGrpSpPr/>
                <p:nvPr/>
              </p:nvGrpSpPr>
              <p:grpSpPr bwMode="gray">
                <a:xfrm>
                  <a:off x="3221757" y="3362649"/>
                  <a:ext cx="7389002" cy="737823"/>
                  <a:chOff x="3221757" y="3362649"/>
                  <a:chExt cx="7389002" cy="737823"/>
                </a:xfrm>
                <a:solidFill>
                  <a:srgbClr val="3D434B"/>
                </a:solidFill>
              </p:grpSpPr>
              <p:sp>
                <p:nvSpPr>
                  <p:cNvPr id="193" name="Freeform: Shape 129">
                    <a:extLst>
                      <a:ext uri="{FF2B5EF4-FFF2-40B4-BE49-F238E27FC236}">
                        <a16:creationId xmlns:a16="http://schemas.microsoft.com/office/drawing/2014/main" id="{10E38908-760B-4F05-9D97-89F8C39C0B19}"/>
                      </a:ext>
                    </a:extLst>
                  </p:cNvPr>
                  <p:cNvSpPr/>
                  <p:nvPr/>
                </p:nvSpPr>
                <p:spPr bwMode="gray">
                  <a:xfrm>
                    <a:off x="3221757" y="3375165"/>
                    <a:ext cx="474746" cy="712792"/>
                  </a:xfrm>
                  <a:custGeom>
                    <a:avLst/>
                    <a:gdLst>
                      <a:gd name="connsiteX0" fmla="*/ 0 w 474746"/>
                      <a:gd name="connsiteY0" fmla="*/ 712792 h 712792"/>
                      <a:gd name="connsiteX1" fmla="*/ 97450 w 474746"/>
                      <a:gd name="connsiteY1" fmla="*/ 712792 h 712792"/>
                      <a:gd name="connsiteX2" fmla="*/ 97450 w 474746"/>
                      <a:gd name="connsiteY2" fmla="*/ 396808 h 712792"/>
                      <a:gd name="connsiteX3" fmla="*/ 435138 w 474746"/>
                      <a:gd name="connsiteY3" fmla="*/ 396808 h 712792"/>
                      <a:gd name="connsiteX4" fmla="*/ 435138 w 474746"/>
                      <a:gd name="connsiteY4" fmla="*/ 309733 h 712792"/>
                      <a:gd name="connsiteX5" fmla="*/ 97450 w 474746"/>
                      <a:gd name="connsiteY5" fmla="*/ 309733 h 712792"/>
                      <a:gd name="connsiteX6" fmla="*/ 97450 w 474746"/>
                      <a:gd name="connsiteY6" fmla="*/ 87074 h 712792"/>
                      <a:gd name="connsiteX7" fmla="*/ 474747 w 474746"/>
                      <a:gd name="connsiteY7" fmla="*/ 87074 h 712792"/>
                      <a:gd name="connsiteX8" fmla="*/ 474747 w 474746"/>
                      <a:gd name="connsiteY8" fmla="*/ 0 h 712792"/>
                      <a:gd name="connsiteX9" fmla="*/ 0 w 474746"/>
                      <a:gd name="connsiteY9" fmla="*/ 0 h 7127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74746" h="712792">
                        <a:moveTo>
                          <a:pt x="0" y="712792"/>
                        </a:moveTo>
                        <a:lnTo>
                          <a:pt x="97450" y="712792"/>
                        </a:lnTo>
                        <a:lnTo>
                          <a:pt x="97450" y="396808"/>
                        </a:lnTo>
                        <a:lnTo>
                          <a:pt x="435138" y="396808"/>
                        </a:lnTo>
                        <a:lnTo>
                          <a:pt x="435138" y="309733"/>
                        </a:lnTo>
                        <a:lnTo>
                          <a:pt x="97450" y="309733"/>
                        </a:lnTo>
                        <a:lnTo>
                          <a:pt x="97450" y="87074"/>
                        </a:lnTo>
                        <a:lnTo>
                          <a:pt x="474747" y="87074"/>
                        </a:lnTo>
                        <a:lnTo>
                          <a:pt x="474747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3D434B"/>
                  </a:solidFill>
                  <a:ln w="130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194" name="Freeform: Shape 130">
                    <a:extLst>
                      <a:ext uri="{FF2B5EF4-FFF2-40B4-BE49-F238E27FC236}">
                        <a16:creationId xmlns:a16="http://schemas.microsoft.com/office/drawing/2014/main" id="{71CAC7C8-5C4A-4ED5-9FC4-F54528CAAB8F}"/>
                      </a:ext>
                    </a:extLst>
                  </p:cNvPr>
                  <p:cNvSpPr/>
                  <p:nvPr/>
                </p:nvSpPr>
                <p:spPr bwMode="gray">
                  <a:xfrm>
                    <a:off x="4068150" y="3375178"/>
                    <a:ext cx="564836" cy="712792"/>
                  </a:xfrm>
                  <a:custGeom>
                    <a:avLst/>
                    <a:gdLst>
                      <a:gd name="connsiteX0" fmla="*/ 483243 w 564836"/>
                      <a:gd name="connsiteY0" fmla="*/ 345505 h 712792"/>
                      <a:gd name="connsiteX1" fmla="*/ 519563 w 564836"/>
                      <a:gd name="connsiteY1" fmla="*/ 209347 h 712792"/>
                      <a:gd name="connsiteX2" fmla="*/ 462140 w 564836"/>
                      <a:gd name="connsiteY2" fmla="*/ 49984 h 712792"/>
                      <a:gd name="connsiteX3" fmla="*/ 280108 w 564836"/>
                      <a:gd name="connsiteY3" fmla="*/ 0 h 712792"/>
                      <a:gd name="connsiteX4" fmla="*/ 0 w 564836"/>
                      <a:gd name="connsiteY4" fmla="*/ 0 h 712792"/>
                      <a:gd name="connsiteX5" fmla="*/ 0 w 564836"/>
                      <a:gd name="connsiteY5" fmla="*/ 712792 h 712792"/>
                      <a:gd name="connsiteX6" fmla="*/ 97450 w 564836"/>
                      <a:gd name="connsiteY6" fmla="*/ 712792 h 712792"/>
                      <a:gd name="connsiteX7" fmla="*/ 97450 w 564836"/>
                      <a:gd name="connsiteY7" fmla="*/ 418707 h 712792"/>
                      <a:gd name="connsiteX8" fmla="*/ 261263 w 564836"/>
                      <a:gd name="connsiteY8" fmla="*/ 418707 h 712792"/>
                      <a:gd name="connsiteX9" fmla="*/ 448463 w 564836"/>
                      <a:gd name="connsiteY9" fmla="*/ 711957 h 712792"/>
                      <a:gd name="connsiteX10" fmla="*/ 448998 w 564836"/>
                      <a:gd name="connsiteY10" fmla="*/ 712792 h 712792"/>
                      <a:gd name="connsiteX11" fmla="*/ 564836 w 564836"/>
                      <a:gd name="connsiteY11" fmla="*/ 712792 h 712792"/>
                      <a:gd name="connsiteX12" fmla="*/ 372677 w 564836"/>
                      <a:gd name="connsiteY12" fmla="*/ 409793 h 712792"/>
                      <a:gd name="connsiteX13" fmla="*/ 483243 w 564836"/>
                      <a:gd name="connsiteY13" fmla="*/ 345505 h 712792"/>
                      <a:gd name="connsiteX14" fmla="*/ 97450 w 564836"/>
                      <a:gd name="connsiteY14" fmla="*/ 87061 h 712792"/>
                      <a:gd name="connsiteX15" fmla="*/ 275932 w 564836"/>
                      <a:gd name="connsiteY15" fmla="*/ 87061 h 712792"/>
                      <a:gd name="connsiteX16" fmla="*/ 387855 w 564836"/>
                      <a:gd name="connsiteY16" fmla="*/ 114807 h 712792"/>
                      <a:gd name="connsiteX17" fmla="*/ 421082 w 564836"/>
                      <a:gd name="connsiteY17" fmla="*/ 209347 h 712792"/>
                      <a:gd name="connsiteX18" fmla="*/ 387868 w 564836"/>
                      <a:gd name="connsiteY18" fmla="*/ 303887 h 712792"/>
                      <a:gd name="connsiteX19" fmla="*/ 275945 w 564836"/>
                      <a:gd name="connsiteY19" fmla="*/ 331619 h 712792"/>
                      <a:gd name="connsiteX20" fmla="*/ 97463 w 564836"/>
                      <a:gd name="connsiteY20" fmla="*/ 331619 h 712792"/>
                      <a:gd name="connsiteX21" fmla="*/ 97463 w 564836"/>
                      <a:gd name="connsiteY21" fmla="*/ 87061 h 7127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564836" h="712792">
                        <a:moveTo>
                          <a:pt x="483243" y="345505"/>
                        </a:moveTo>
                        <a:cubicBezTo>
                          <a:pt x="507347" y="313009"/>
                          <a:pt x="519563" y="267201"/>
                          <a:pt x="519563" y="209347"/>
                        </a:cubicBezTo>
                        <a:cubicBezTo>
                          <a:pt x="519563" y="136837"/>
                          <a:pt x="500248" y="83225"/>
                          <a:pt x="462140" y="49984"/>
                        </a:cubicBezTo>
                        <a:cubicBezTo>
                          <a:pt x="424084" y="16809"/>
                          <a:pt x="362837" y="0"/>
                          <a:pt x="280108" y="0"/>
                        </a:cubicBezTo>
                        <a:lnTo>
                          <a:pt x="0" y="0"/>
                        </a:lnTo>
                        <a:lnTo>
                          <a:pt x="0" y="712792"/>
                        </a:lnTo>
                        <a:lnTo>
                          <a:pt x="97450" y="712792"/>
                        </a:lnTo>
                        <a:lnTo>
                          <a:pt x="97450" y="418707"/>
                        </a:lnTo>
                        <a:lnTo>
                          <a:pt x="261263" y="418707"/>
                        </a:lnTo>
                        <a:lnTo>
                          <a:pt x="448463" y="711957"/>
                        </a:lnTo>
                        <a:lnTo>
                          <a:pt x="448998" y="712792"/>
                        </a:lnTo>
                        <a:lnTo>
                          <a:pt x="564836" y="712792"/>
                        </a:lnTo>
                        <a:lnTo>
                          <a:pt x="372677" y="409793"/>
                        </a:lnTo>
                        <a:cubicBezTo>
                          <a:pt x="422322" y="399118"/>
                          <a:pt x="459517" y="377493"/>
                          <a:pt x="483243" y="345505"/>
                        </a:cubicBezTo>
                        <a:close/>
                        <a:moveTo>
                          <a:pt x="97450" y="87061"/>
                        </a:moveTo>
                        <a:lnTo>
                          <a:pt x="275932" y="87061"/>
                        </a:lnTo>
                        <a:cubicBezTo>
                          <a:pt x="328057" y="87061"/>
                          <a:pt x="365708" y="96393"/>
                          <a:pt x="387855" y="114807"/>
                        </a:cubicBezTo>
                        <a:cubicBezTo>
                          <a:pt x="409898" y="133144"/>
                          <a:pt x="421082" y="164948"/>
                          <a:pt x="421082" y="209347"/>
                        </a:cubicBezTo>
                        <a:cubicBezTo>
                          <a:pt x="421082" y="253745"/>
                          <a:pt x="409911" y="285550"/>
                          <a:pt x="387868" y="303887"/>
                        </a:cubicBezTo>
                        <a:cubicBezTo>
                          <a:pt x="365721" y="322288"/>
                          <a:pt x="328057" y="331619"/>
                          <a:pt x="275945" y="331619"/>
                        </a:cubicBezTo>
                        <a:lnTo>
                          <a:pt x="97463" y="331619"/>
                        </a:lnTo>
                        <a:lnTo>
                          <a:pt x="97463" y="87061"/>
                        </a:lnTo>
                        <a:close/>
                      </a:path>
                    </a:pathLst>
                  </a:custGeom>
                  <a:solidFill>
                    <a:srgbClr val="3D434B"/>
                  </a:solidFill>
                  <a:ln w="130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195" name="Freeform: Shape 131">
                    <a:extLst>
                      <a:ext uri="{FF2B5EF4-FFF2-40B4-BE49-F238E27FC236}">
                        <a16:creationId xmlns:a16="http://schemas.microsoft.com/office/drawing/2014/main" id="{0883B593-DD17-494F-A3DE-5B8C2A1FCF98}"/>
                      </a:ext>
                    </a:extLst>
                  </p:cNvPr>
                  <p:cNvSpPr/>
                  <p:nvPr/>
                </p:nvSpPr>
                <p:spPr bwMode="gray">
                  <a:xfrm>
                    <a:off x="5004188" y="3375165"/>
                    <a:ext cx="516417" cy="712792"/>
                  </a:xfrm>
                  <a:custGeom>
                    <a:avLst/>
                    <a:gdLst>
                      <a:gd name="connsiteX0" fmla="*/ 97437 w 516417"/>
                      <a:gd name="connsiteY0" fmla="*/ 393675 h 712792"/>
                      <a:gd name="connsiteX1" fmla="*/ 451804 w 516417"/>
                      <a:gd name="connsiteY1" fmla="*/ 393675 h 712792"/>
                      <a:gd name="connsiteX2" fmla="*/ 451804 w 516417"/>
                      <a:gd name="connsiteY2" fmla="*/ 306601 h 712792"/>
                      <a:gd name="connsiteX3" fmla="*/ 97437 w 516417"/>
                      <a:gd name="connsiteY3" fmla="*/ 306601 h 712792"/>
                      <a:gd name="connsiteX4" fmla="*/ 97437 w 516417"/>
                      <a:gd name="connsiteY4" fmla="*/ 87074 h 712792"/>
                      <a:gd name="connsiteX5" fmla="*/ 510180 w 516417"/>
                      <a:gd name="connsiteY5" fmla="*/ 87074 h 712792"/>
                      <a:gd name="connsiteX6" fmla="*/ 510180 w 516417"/>
                      <a:gd name="connsiteY6" fmla="*/ 0 h 712792"/>
                      <a:gd name="connsiteX7" fmla="*/ 0 w 516417"/>
                      <a:gd name="connsiteY7" fmla="*/ 0 h 712792"/>
                      <a:gd name="connsiteX8" fmla="*/ 0 w 516417"/>
                      <a:gd name="connsiteY8" fmla="*/ 712792 h 712792"/>
                      <a:gd name="connsiteX9" fmla="*/ 516418 w 516417"/>
                      <a:gd name="connsiteY9" fmla="*/ 712792 h 712792"/>
                      <a:gd name="connsiteX10" fmla="*/ 516418 w 516417"/>
                      <a:gd name="connsiteY10" fmla="*/ 625718 h 712792"/>
                      <a:gd name="connsiteX11" fmla="*/ 97437 w 516417"/>
                      <a:gd name="connsiteY11" fmla="*/ 625718 h 7127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516417" h="712792">
                        <a:moveTo>
                          <a:pt x="97437" y="393675"/>
                        </a:moveTo>
                        <a:lnTo>
                          <a:pt x="451804" y="393675"/>
                        </a:lnTo>
                        <a:lnTo>
                          <a:pt x="451804" y="306601"/>
                        </a:lnTo>
                        <a:lnTo>
                          <a:pt x="97437" y="306601"/>
                        </a:lnTo>
                        <a:lnTo>
                          <a:pt x="97437" y="87074"/>
                        </a:lnTo>
                        <a:lnTo>
                          <a:pt x="510180" y="87074"/>
                        </a:lnTo>
                        <a:lnTo>
                          <a:pt x="510180" y="0"/>
                        </a:lnTo>
                        <a:lnTo>
                          <a:pt x="0" y="0"/>
                        </a:lnTo>
                        <a:lnTo>
                          <a:pt x="0" y="712792"/>
                        </a:lnTo>
                        <a:lnTo>
                          <a:pt x="516418" y="712792"/>
                        </a:lnTo>
                        <a:lnTo>
                          <a:pt x="516418" y="625718"/>
                        </a:lnTo>
                        <a:lnTo>
                          <a:pt x="97437" y="625718"/>
                        </a:lnTo>
                        <a:close/>
                      </a:path>
                    </a:pathLst>
                  </a:custGeom>
                  <a:solidFill>
                    <a:srgbClr val="3D434B"/>
                  </a:solidFill>
                  <a:ln w="130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196" name="Freeform: Shape 132">
                    <a:extLst>
                      <a:ext uri="{FF2B5EF4-FFF2-40B4-BE49-F238E27FC236}">
                        <a16:creationId xmlns:a16="http://schemas.microsoft.com/office/drawing/2014/main" id="{BDEBBC02-03FB-4003-ACFD-FCFD4B1A13F9}"/>
                      </a:ext>
                    </a:extLst>
                  </p:cNvPr>
                  <p:cNvSpPr/>
                  <p:nvPr/>
                </p:nvSpPr>
                <p:spPr bwMode="gray">
                  <a:xfrm>
                    <a:off x="5880715" y="3362649"/>
                    <a:ext cx="501827" cy="737823"/>
                  </a:xfrm>
                  <a:custGeom>
                    <a:avLst/>
                    <a:gdLst>
                      <a:gd name="connsiteX0" fmla="*/ 314927 w 501827"/>
                      <a:gd name="connsiteY0" fmla="*/ 327273 h 737823"/>
                      <a:gd name="connsiteX1" fmla="*/ 234665 w 501827"/>
                      <a:gd name="connsiteY1" fmla="*/ 309538 h 737823"/>
                      <a:gd name="connsiteX2" fmla="*/ 134880 w 501827"/>
                      <a:gd name="connsiteY2" fmla="*/ 269381 h 737823"/>
                      <a:gd name="connsiteX3" fmla="*/ 107864 w 501827"/>
                      <a:gd name="connsiteY3" fmla="*/ 203096 h 737823"/>
                      <a:gd name="connsiteX4" fmla="*/ 265504 w 501827"/>
                      <a:gd name="connsiteY4" fmla="*/ 87074 h 737823"/>
                      <a:gd name="connsiteX5" fmla="*/ 460391 w 501827"/>
                      <a:gd name="connsiteY5" fmla="*/ 142018 h 737823"/>
                      <a:gd name="connsiteX6" fmla="*/ 463262 w 501827"/>
                      <a:gd name="connsiteY6" fmla="*/ 144054 h 737823"/>
                      <a:gd name="connsiteX7" fmla="*/ 463262 w 501827"/>
                      <a:gd name="connsiteY7" fmla="*/ 44686 h 737823"/>
                      <a:gd name="connsiteX8" fmla="*/ 462505 w 501827"/>
                      <a:gd name="connsiteY8" fmla="*/ 44138 h 737823"/>
                      <a:gd name="connsiteX9" fmla="*/ 262385 w 501827"/>
                      <a:gd name="connsiteY9" fmla="*/ 0 h 737823"/>
                      <a:gd name="connsiteX10" fmla="*/ 10427 w 501827"/>
                      <a:gd name="connsiteY10" fmla="*/ 209360 h 737823"/>
                      <a:gd name="connsiteX11" fmla="*/ 50480 w 501827"/>
                      <a:gd name="connsiteY11" fmla="*/ 331006 h 737823"/>
                      <a:gd name="connsiteX12" fmla="*/ 186926 w 501827"/>
                      <a:gd name="connsiteY12" fmla="*/ 398844 h 737823"/>
                      <a:gd name="connsiteX13" fmla="*/ 264969 w 501827"/>
                      <a:gd name="connsiteY13" fmla="*/ 417154 h 737823"/>
                      <a:gd name="connsiteX14" fmla="*/ 375313 w 501827"/>
                      <a:gd name="connsiteY14" fmla="*/ 459856 h 737823"/>
                      <a:gd name="connsiteX15" fmla="*/ 404390 w 501827"/>
                      <a:gd name="connsiteY15" fmla="*/ 529508 h 737823"/>
                      <a:gd name="connsiteX16" fmla="*/ 240486 w 501827"/>
                      <a:gd name="connsiteY16" fmla="*/ 650749 h 737823"/>
                      <a:gd name="connsiteX17" fmla="*/ 2910 w 501827"/>
                      <a:gd name="connsiteY17" fmla="*/ 578109 h 737823"/>
                      <a:gd name="connsiteX18" fmla="*/ 0 w 501827"/>
                      <a:gd name="connsiteY18" fmla="*/ 575929 h 737823"/>
                      <a:gd name="connsiteX19" fmla="*/ 0 w 501827"/>
                      <a:gd name="connsiteY19" fmla="*/ 676394 h 737823"/>
                      <a:gd name="connsiteX20" fmla="*/ 691 w 501827"/>
                      <a:gd name="connsiteY20" fmla="*/ 676942 h 737823"/>
                      <a:gd name="connsiteX21" fmla="*/ 238398 w 501827"/>
                      <a:gd name="connsiteY21" fmla="*/ 737824 h 737823"/>
                      <a:gd name="connsiteX22" fmla="*/ 501827 w 501827"/>
                      <a:gd name="connsiteY22" fmla="*/ 526389 h 737823"/>
                      <a:gd name="connsiteX23" fmla="*/ 458629 w 501827"/>
                      <a:gd name="connsiteY23" fmla="*/ 397800 h 737823"/>
                      <a:gd name="connsiteX24" fmla="*/ 314927 w 501827"/>
                      <a:gd name="connsiteY24" fmla="*/ 327273 h 7378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01827" h="737823">
                        <a:moveTo>
                          <a:pt x="314927" y="327273"/>
                        </a:moveTo>
                        <a:lnTo>
                          <a:pt x="234665" y="309538"/>
                        </a:lnTo>
                        <a:cubicBezTo>
                          <a:pt x="186573" y="299267"/>
                          <a:pt x="152994" y="285759"/>
                          <a:pt x="134880" y="269381"/>
                        </a:cubicBezTo>
                        <a:cubicBezTo>
                          <a:pt x="116961" y="253171"/>
                          <a:pt x="107864" y="230868"/>
                          <a:pt x="107864" y="203096"/>
                        </a:cubicBezTo>
                        <a:cubicBezTo>
                          <a:pt x="107864" y="126109"/>
                          <a:pt x="160903" y="87074"/>
                          <a:pt x="265504" y="87074"/>
                        </a:cubicBezTo>
                        <a:cubicBezTo>
                          <a:pt x="343261" y="87074"/>
                          <a:pt x="408827" y="105555"/>
                          <a:pt x="460391" y="142018"/>
                        </a:cubicBezTo>
                        <a:lnTo>
                          <a:pt x="463262" y="144054"/>
                        </a:lnTo>
                        <a:lnTo>
                          <a:pt x="463262" y="44686"/>
                        </a:lnTo>
                        <a:lnTo>
                          <a:pt x="462505" y="44138"/>
                        </a:lnTo>
                        <a:cubicBezTo>
                          <a:pt x="421369" y="14852"/>
                          <a:pt x="354040" y="0"/>
                          <a:pt x="262385" y="0"/>
                        </a:cubicBezTo>
                        <a:cubicBezTo>
                          <a:pt x="95205" y="0"/>
                          <a:pt x="10427" y="70435"/>
                          <a:pt x="10427" y="209360"/>
                        </a:cubicBezTo>
                        <a:cubicBezTo>
                          <a:pt x="10427" y="259645"/>
                          <a:pt x="23909" y="300585"/>
                          <a:pt x="50480" y="331006"/>
                        </a:cubicBezTo>
                        <a:cubicBezTo>
                          <a:pt x="76999" y="361401"/>
                          <a:pt x="122912" y="384227"/>
                          <a:pt x="186926" y="398844"/>
                        </a:cubicBezTo>
                        <a:lnTo>
                          <a:pt x="264969" y="417154"/>
                        </a:lnTo>
                        <a:cubicBezTo>
                          <a:pt x="318686" y="429487"/>
                          <a:pt x="355802" y="443856"/>
                          <a:pt x="375313" y="459856"/>
                        </a:cubicBezTo>
                        <a:cubicBezTo>
                          <a:pt x="394615" y="475686"/>
                          <a:pt x="404390" y="499126"/>
                          <a:pt x="404390" y="529508"/>
                        </a:cubicBezTo>
                        <a:cubicBezTo>
                          <a:pt x="404390" y="609953"/>
                          <a:pt x="349251" y="650749"/>
                          <a:pt x="240486" y="650749"/>
                        </a:cubicBezTo>
                        <a:cubicBezTo>
                          <a:pt x="147512" y="650749"/>
                          <a:pt x="67576" y="626305"/>
                          <a:pt x="2910" y="578109"/>
                        </a:cubicBezTo>
                        <a:lnTo>
                          <a:pt x="0" y="575929"/>
                        </a:lnTo>
                        <a:lnTo>
                          <a:pt x="0" y="676394"/>
                        </a:lnTo>
                        <a:lnTo>
                          <a:pt x="691" y="676942"/>
                        </a:lnTo>
                        <a:cubicBezTo>
                          <a:pt x="52190" y="717334"/>
                          <a:pt x="132165" y="737824"/>
                          <a:pt x="238398" y="737824"/>
                        </a:cubicBezTo>
                        <a:cubicBezTo>
                          <a:pt x="413199" y="737824"/>
                          <a:pt x="501827" y="666684"/>
                          <a:pt x="501827" y="526389"/>
                        </a:cubicBezTo>
                        <a:cubicBezTo>
                          <a:pt x="501827" y="473272"/>
                          <a:pt x="487288" y="430022"/>
                          <a:pt x="458629" y="397800"/>
                        </a:cubicBezTo>
                        <a:cubicBezTo>
                          <a:pt x="430022" y="365643"/>
                          <a:pt x="381669" y="341916"/>
                          <a:pt x="314927" y="327273"/>
                        </a:cubicBezTo>
                        <a:close/>
                      </a:path>
                    </a:pathLst>
                  </a:custGeom>
                  <a:solidFill>
                    <a:srgbClr val="3D434B"/>
                  </a:solidFill>
                  <a:ln w="130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197" name="Freeform: Shape 133">
                    <a:extLst>
                      <a:ext uri="{FF2B5EF4-FFF2-40B4-BE49-F238E27FC236}">
                        <a16:creationId xmlns:a16="http://schemas.microsoft.com/office/drawing/2014/main" id="{2F553C73-D906-4C6D-ADA8-8EAE34F907E7}"/>
                      </a:ext>
                    </a:extLst>
                  </p:cNvPr>
                  <p:cNvSpPr/>
                  <p:nvPr/>
                </p:nvSpPr>
                <p:spPr bwMode="gray">
                  <a:xfrm>
                    <a:off x="6766912" y="3375165"/>
                    <a:ext cx="516430" cy="712792"/>
                  </a:xfrm>
                  <a:custGeom>
                    <a:avLst/>
                    <a:gdLst>
                      <a:gd name="connsiteX0" fmla="*/ 97450 w 516430"/>
                      <a:gd name="connsiteY0" fmla="*/ 393675 h 712792"/>
                      <a:gd name="connsiteX1" fmla="*/ 451803 w 516430"/>
                      <a:gd name="connsiteY1" fmla="*/ 393675 h 712792"/>
                      <a:gd name="connsiteX2" fmla="*/ 451803 w 516430"/>
                      <a:gd name="connsiteY2" fmla="*/ 306601 h 712792"/>
                      <a:gd name="connsiteX3" fmla="*/ 97450 w 516430"/>
                      <a:gd name="connsiteY3" fmla="*/ 306601 h 712792"/>
                      <a:gd name="connsiteX4" fmla="*/ 97450 w 516430"/>
                      <a:gd name="connsiteY4" fmla="*/ 87074 h 712792"/>
                      <a:gd name="connsiteX5" fmla="*/ 510179 w 516430"/>
                      <a:gd name="connsiteY5" fmla="*/ 87074 h 712792"/>
                      <a:gd name="connsiteX6" fmla="*/ 510179 w 516430"/>
                      <a:gd name="connsiteY6" fmla="*/ 0 h 712792"/>
                      <a:gd name="connsiteX7" fmla="*/ 0 w 516430"/>
                      <a:gd name="connsiteY7" fmla="*/ 0 h 712792"/>
                      <a:gd name="connsiteX8" fmla="*/ 0 w 516430"/>
                      <a:gd name="connsiteY8" fmla="*/ 712792 h 712792"/>
                      <a:gd name="connsiteX9" fmla="*/ 516431 w 516430"/>
                      <a:gd name="connsiteY9" fmla="*/ 712792 h 712792"/>
                      <a:gd name="connsiteX10" fmla="*/ 516431 w 516430"/>
                      <a:gd name="connsiteY10" fmla="*/ 625718 h 712792"/>
                      <a:gd name="connsiteX11" fmla="*/ 97450 w 516430"/>
                      <a:gd name="connsiteY11" fmla="*/ 625718 h 7127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516430" h="712792">
                        <a:moveTo>
                          <a:pt x="97450" y="393675"/>
                        </a:moveTo>
                        <a:lnTo>
                          <a:pt x="451803" y="393675"/>
                        </a:lnTo>
                        <a:lnTo>
                          <a:pt x="451803" y="306601"/>
                        </a:lnTo>
                        <a:lnTo>
                          <a:pt x="97450" y="306601"/>
                        </a:lnTo>
                        <a:lnTo>
                          <a:pt x="97450" y="87074"/>
                        </a:lnTo>
                        <a:lnTo>
                          <a:pt x="510179" y="87074"/>
                        </a:lnTo>
                        <a:lnTo>
                          <a:pt x="510179" y="0"/>
                        </a:lnTo>
                        <a:lnTo>
                          <a:pt x="0" y="0"/>
                        </a:lnTo>
                        <a:lnTo>
                          <a:pt x="0" y="712792"/>
                        </a:lnTo>
                        <a:lnTo>
                          <a:pt x="516431" y="712792"/>
                        </a:lnTo>
                        <a:lnTo>
                          <a:pt x="516431" y="625718"/>
                        </a:lnTo>
                        <a:lnTo>
                          <a:pt x="97450" y="625718"/>
                        </a:lnTo>
                        <a:close/>
                      </a:path>
                    </a:pathLst>
                  </a:custGeom>
                  <a:solidFill>
                    <a:srgbClr val="3D434B"/>
                  </a:solidFill>
                  <a:ln w="130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198" name="Freeform: Shape 134">
                    <a:extLst>
                      <a:ext uri="{FF2B5EF4-FFF2-40B4-BE49-F238E27FC236}">
                        <a16:creationId xmlns:a16="http://schemas.microsoft.com/office/drawing/2014/main" id="{1195F212-D9A0-464D-83BE-86A9B23B447A}"/>
                      </a:ext>
                    </a:extLst>
                  </p:cNvPr>
                  <p:cNvSpPr/>
                  <p:nvPr/>
                </p:nvSpPr>
                <p:spPr bwMode="gray">
                  <a:xfrm>
                    <a:off x="7666368" y="3375165"/>
                    <a:ext cx="565410" cy="712792"/>
                  </a:xfrm>
                  <a:custGeom>
                    <a:avLst/>
                    <a:gdLst>
                      <a:gd name="connsiteX0" fmla="*/ 472124 w 565410"/>
                      <a:gd name="connsiteY0" fmla="*/ 535955 h 712792"/>
                      <a:gd name="connsiteX1" fmla="*/ 121294 w 565410"/>
                      <a:gd name="connsiteY1" fmla="*/ 822 h 712792"/>
                      <a:gd name="connsiteX2" fmla="*/ 120759 w 565410"/>
                      <a:gd name="connsiteY2" fmla="*/ 0 h 712792"/>
                      <a:gd name="connsiteX3" fmla="*/ 0 w 565410"/>
                      <a:gd name="connsiteY3" fmla="*/ 0 h 712792"/>
                      <a:gd name="connsiteX4" fmla="*/ 0 w 565410"/>
                      <a:gd name="connsiteY4" fmla="*/ 712792 h 712792"/>
                      <a:gd name="connsiteX5" fmla="*/ 93274 w 565410"/>
                      <a:gd name="connsiteY5" fmla="*/ 712792 h 712792"/>
                      <a:gd name="connsiteX6" fmla="*/ 93274 w 565410"/>
                      <a:gd name="connsiteY6" fmla="*/ 132034 h 712792"/>
                      <a:gd name="connsiteX7" fmla="*/ 473468 w 565410"/>
                      <a:gd name="connsiteY7" fmla="*/ 711983 h 712792"/>
                      <a:gd name="connsiteX8" fmla="*/ 474016 w 565410"/>
                      <a:gd name="connsiteY8" fmla="*/ 712792 h 712792"/>
                      <a:gd name="connsiteX9" fmla="*/ 565411 w 565410"/>
                      <a:gd name="connsiteY9" fmla="*/ 712792 h 712792"/>
                      <a:gd name="connsiteX10" fmla="*/ 565411 w 565410"/>
                      <a:gd name="connsiteY10" fmla="*/ 0 h 712792"/>
                      <a:gd name="connsiteX11" fmla="*/ 472124 w 565410"/>
                      <a:gd name="connsiteY11" fmla="*/ 0 h 7127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565410" h="712792">
                        <a:moveTo>
                          <a:pt x="472124" y="535955"/>
                        </a:moveTo>
                        <a:lnTo>
                          <a:pt x="121294" y="822"/>
                        </a:lnTo>
                        <a:lnTo>
                          <a:pt x="120759" y="0"/>
                        </a:lnTo>
                        <a:lnTo>
                          <a:pt x="0" y="0"/>
                        </a:lnTo>
                        <a:lnTo>
                          <a:pt x="0" y="712792"/>
                        </a:lnTo>
                        <a:lnTo>
                          <a:pt x="93274" y="712792"/>
                        </a:lnTo>
                        <a:lnTo>
                          <a:pt x="93274" y="132034"/>
                        </a:lnTo>
                        <a:lnTo>
                          <a:pt x="473468" y="711983"/>
                        </a:lnTo>
                        <a:lnTo>
                          <a:pt x="474016" y="712792"/>
                        </a:lnTo>
                        <a:lnTo>
                          <a:pt x="565411" y="712792"/>
                        </a:lnTo>
                        <a:lnTo>
                          <a:pt x="565411" y="0"/>
                        </a:lnTo>
                        <a:lnTo>
                          <a:pt x="472124" y="0"/>
                        </a:lnTo>
                        <a:close/>
                      </a:path>
                    </a:pathLst>
                  </a:custGeom>
                  <a:solidFill>
                    <a:srgbClr val="3D434B"/>
                  </a:solidFill>
                  <a:ln w="130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199" name="Freeform: Shape 135">
                    <a:extLst>
                      <a:ext uri="{FF2B5EF4-FFF2-40B4-BE49-F238E27FC236}">
                        <a16:creationId xmlns:a16="http://schemas.microsoft.com/office/drawing/2014/main" id="{0B3790C8-E0EF-4B40-B1BD-0C9312813B03}"/>
                      </a:ext>
                    </a:extLst>
                  </p:cNvPr>
                  <p:cNvSpPr/>
                  <p:nvPr/>
                </p:nvSpPr>
                <p:spPr bwMode="gray">
                  <a:xfrm>
                    <a:off x="9190317" y="3375165"/>
                    <a:ext cx="538316" cy="725307"/>
                  </a:xfrm>
                  <a:custGeom>
                    <a:avLst/>
                    <a:gdLst>
                      <a:gd name="connsiteX0" fmla="*/ 445030 w 538316"/>
                      <a:gd name="connsiteY0" fmla="*/ 457559 h 725307"/>
                      <a:gd name="connsiteX1" fmla="*/ 403855 w 538316"/>
                      <a:gd name="connsiteY1" fmla="*/ 594474 h 725307"/>
                      <a:gd name="connsiteX2" fmla="*/ 270711 w 538316"/>
                      <a:gd name="connsiteY2" fmla="*/ 637202 h 725307"/>
                      <a:gd name="connsiteX3" fmla="*/ 138625 w 538316"/>
                      <a:gd name="connsiteY3" fmla="*/ 594474 h 725307"/>
                      <a:gd name="connsiteX4" fmla="*/ 97450 w 538316"/>
                      <a:gd name="connsiteY4" fmla="*/ 457559 h 725307"/>
                      <a:gd name="connsiteX5" fmla="*/ 97450 w 538316"/>
                      <a:gd name="connsiteY5" fmla="*/ 0 h 725307"/>
                      <a:gd name="connsiteX6" fmla="*/ 0 w 538316"/>
                      <a:gd name="connsiteY6" fmla="*/ 0 h 725307"/>
                      <a:gd name="connsiteX7" fmla="*/ 0 w 538316"/>
                      <a:gd name="connsiteY7" fmla="*/ 449206 h 725307"/>
                      <a:gd name="connsiteX8" fmla="*/ 64627 w 538316"/>
                      <a:gd name="connsiteY8" fmla="*/ 659584 h 725307"/>
                      <a:gd name="connsiteX9" fmla="*/ 269680 w 538316"/>
                      <a:gd name="connsiteY9" fmla="*/ 725308 h 725307"/>
                      <a:gd name="connsiteX10" fmla="*/ 474224 w 538316"/>
                      <a:gd name="connsiteY10" fmla="*/ 659584 h 725307"/>
                      <a:gd name="connsiteX11" fmla="*/ 538317 w 538316"/>
                      <a:gd name="connsiteY11" fmla="*/ 449219 h 725307"/>
                      <a:gd name="connsiteX12" fmla="*/ 538317 w 538316"/>
                      <a:gd name="connsiteY12" fmla="*/ 13 h 725307"/>
                      <a:gd name="connsiteX13" fmla="*/ 445043 w 538316"/>
                      <a:gd name="connsiteY13" fmla="*/ 13 h 725307"/>
                      <a:gd name="connsiteX14" fmla="*/ 445043 w 538316"/>
                      <a:gd name="connsiteY14" fmla="*/ 457559 h 7253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538316" h="725307">
                        <a:moveTo>
                          <a:pt x="445030" y="457559"/>
                        </a:moveTo>
                        <a:cubicBezTo>
                          <a:pt x="445030" y="520046"/>
                          <a:pt x="431183" y="566102"/>
                          <a:pt x="403855" y="594474"/>
                        </a:cubicBezTo>
                        <a:cubicBezTo>
                          <a:pt x="376553" y="622820"/>
                          <a:pt x="331749" y="637202"/>
                          <a:pt x="270711" y="637202"/>
                        </a:cubicBezTo>
                        <a:cubicBezTo>
                          <a:pt x="210351" y="637202"/>
                          <a:pt x="165914" y="622833"/>
                          <a:pt x="138625" y="594474"/>
                        </a:cubicBezTo>
                        <a:cubicBezTo>
                          <a:pt x="111296" y="566115"/>
                          <a:pt x="97450" y="520059"/>
                          <a:pt x="97450" y="457559"/>
                        </a:cubicBezTo>
                        <a:lnTo>
                          <a:pt x="97450" y="0"/>
                        </a:lnTo>
                        <a:lnTo>
                          <a:pt x="0" y="0"/>
                        </a:lnTo>
                        <a:lnTo>
                          <a:pt x="0" y="449206"/>
                        </a:lnTo>
                        <a:cubicBezTo>
                          <a:pt x="0" y="545208"/>
                          <a:pt x="21742" y="615995"/>
                          <a:pt x="64627" y="659584"/>
                        </a:cubicBezTo>
                        <a:cubicBezTo>
                          <a:pt x="107512" y="703200"/>
                          <a:pt x="176511" y="725308"/>
                          <a:pt x="269680" y="725308"/>
                        </a:cubicBezTo>
                        <a:cubicBezTo>
                          <a:pt x="362862" y="725308"/>
                          <a:pt x="431679" y="703187"/>
                          <a:pt x="474224" y="659584"/>
                        </a:cubicBezTo>
                        <a:cubicBezTo>
                          <a:pt x="516757" y="615982"/>
                          <a:pt x="538317" y="545195"/>
                          <a:pt x="538317" y="449219"/>
                        </a:cubicBezTo>
                        <a:lnTo>
                          <a:pt x="538317" y="13"/>
                        </a:lnTo>
                        <a:lnTo>
                          <a:pt x="445043" y="13"/>
                        </a:lnTo>
                        <a:lnTo>
                          <a:pt x="445043" y="457559"/>
                        </a:lnTo>
                        <a:close/>
                      </a:path>
                    </a:pathLst>
                  </a:custGeom>
                  <a:solidFill>
                    <a:srgbClr val="3D434B"/>
                  </a:solidFill>
                  <a:ln w="130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200" name="Freeform: Shape 136">
                    <a:extLst>
                      <a:ext uri="{FF2B5EF4-FFF2-40B4-BE49-F238E27FC236}">
                        <a16:creationId xmlns:a16="http://schemas.microsoft.com/office/drawing/2014/main" id="{1D61F7F3-3ED1-4364-B030-357D629C97C5}"/>
                      </a:ext>
                    </a:extLst>
                  </p:cNvPr>
                  <p:cNvSpPr/>
                  <p:nvPr/>
                </p:nvSpPr>
                <p:spPr bwMode="gray">
                  <a:xfrm>
                    <a:off x="10108932" y="3362649"/>
                    <a:ext cx="501827" cy="737823"/>
                  </a:xfrm>
                  <a:custGeom>
                    <a:avLst/>
                    <a:gdLst>
                      <a:gd name="connsiteX0" fmla="*/ 458629 w 501827"/>
                      <a:gd name="connsiteY0" fmla="*/ 397800 h 737823"/>
                      <a:gd name="connsiteX1" fmla="*/ 314927 w 501827"/>
                      <a:gd name="connsiteY1" fmla="*/ 327273 h 737823"/>
                      <a:gd name="connsiteX2" fmla="*/ 234665 w 501827"/>
                      <a:gd name="connsiteY2" fmla="*/ 309538 h 737823"/>
                      <a:gd name="connsiteX3" fmla="*/ 134880 w 501827"/>
                      <a:gd name="connsiteY3" fmla="*/ 269381 h 737823"/>
                      <a:gd name="connsiteX4" fmla="*/ 107864 w 501827"/>
                      <a:gd name="connsiteY4" fmla="*/ 203096 h 737823"/>
                      <a:gd name="connsiteX5" fmla="*/ 265504 w 501827"/>
                      <a:gd name="connsiteY5" fmla="*/ 87074 h 737823"/>
                      <a:gd name="connsiteX6" fmla="*/ 460391 w 501827"/>
                      <a:gd name="connsiteY6" fmla="*/ 142018 h 737823"/>
                      <a:gd name="connsiteX7" fmla="*/ 463262 w 501827"/>
                      <a:gd name="connsiteY7" fmla="*/ 144054 h 737823"/>
                      <a:gd name="connsiteX8" fmla="*/ 463262 w 501827"/>
                      <a:gd name="connsiteY8" fmla="*/ 44686 h 737823"/>
                      <a:gd name="connsiteX9" fmla="*/ 462505 w 501827"/>
                      <a:gd name="connsiteY9" fmla="*/ 44138 h 737823"/>
                      <a:gd name="connsiteX10" fmla="*/ 262385 w 501827"/>
                      <a:gd name="connsiteY10" fmla="*/ 0 h 737823"/>
                      <a:gd name="connsiteX11" fmla="*/ 10427 w 501827"/>
                      <a:gd name="connsiteY11" fmla="*/ 209360 h 737823"/>
                      <a:gd name="connsiteX12" fmla="*/ 50480 w 501827"/>
                      <a:gd name="connsiteY12" fmla="*/ 331006 h 737823"/>
                      <a:gd name="connsiteX13" fmla="*/ 186926 w 501827"/>
                      <a:gd name="connsiteY13" fmla="*/ 398844 h 737823"/>
                      <a:gd name="connsiteX14" fmla="*/ 264969 w 501827"/>
                      <a:gd name="connsiteY14" fmla="*/ 417154 h 737823"/>
                      <a:gd name="connsiteX15" fmla="*/ 375313 w 501827"/>
                      <a:gd name="connsiteY15" fmla="*/ 459856 h 737823"/>
                      <a:gd name="connsiteX16" fmla="*/ 404390 w 501827"/>
                      <a:gd name="connsiteY16" fmla="*/ 529508 h 737823"/>
                      <a:gd name="connsiteX17" fmla="*/ 240486 w 501827"/>
                      <a:gd name="connsiteY17" fmla="*/ 650749 h 737823"/>
                      <a:gd name="connsiteX18" fmla="*/ 2910 w 501827"/>
                      <a:gd name="connsiteY18" fmla="*/ 578109 h 737823"/>
                      <a:gd name="connsiteX19" fmla="*/ 0 w 501827"/>
                      <a:gd name="connsiteY19" fmla="*/ 575929 h 737823"/>
                      <a:gd name="connsiteX20" fmla="*/ 0 w 501827"/>
                      <a:gd name="connsiteY20" fmla="*/ 676394 h 737823"/>
                      <a:gd name="connsiteX21" fmla="*/ 691 w 501827"/>
                      <a:gd name="connsiteY21" fmla="*/ 676942 h 737823"/>
                      <a:gd name="connsiteX22" fmla="*/ 238398 w 501827"/>
                      <a:gd name="connsiteY22" fmla="*/ 737824 h 737823"/>
                      <a:gd name="connsiteX23" fmla="*/ 501827 w 501827"/>
                      <a:gd name="connsiteY23" fmla="*/ 526389 h 737823"/>
                      <a:gd name="connsiteX24" fmla="*/ 458629 w 501827"/>
                      <a:gd name="connsiteY24" fmla="*/ 397800 h 7378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01827" h="737823">
                        <a:moveTo>
                          <a:pt x="458629" y="397800"/>
                        </a:moveTo>
                        <a:cubicBezTo>
                          <a:pt x="430022" y="365643"/>
                          <a:pt x="381656" y="341929"/>
                          <a:pt x="314927" y="327273"/>
                        </a:cubicBezTo>
                        <a:lnTo>
                          <a:pt x="234665" y="309538"/>
                        </a:lnTo>
                        <a:cubicBezTo>
                          <a:pt x="186573" y="299267"/>
                          <a:pt x="152994" y="285759"/>
                          <a:pt x="134880" y="269381"/>
                        </a:cubicBezTo>
                        <a:cubicBezTo>
                          <a:pt x="116961" y="253171"/>
                          <a:pt x="107864" y="230868"/>
                          <a:pt x="107864" y="203096"/>
                        </a:cubicBezTo>
                        <a:cubicBezTo>
                          <a:pt x="107864" y="126109"/>
                          <a:pt x="160903" y="87074"/>
                          <a:pt x="265504" y="87074"/>
                        </a:cubicBezTo>
                        <a:cubicBezTo>
                          <a:pt x="343261" y="87074"/>
                          <a:pt x="408827" y="105555"/>
                          <a:pt x="460391" y="142018"/>
                        </a:cubicBezTo>
                        <a:lnTo>
                          <a:pt x="463262" y="144054"/>
                        </a:lnTo>
                        <a:lnTo>
                          <a:pt x="463262" y="44686"/>
                        </a:lnTo>
                        <a:lnTo>
                          <a:pt x="462505" y="44138"/>
                        </a:lnTo>
                        <a:cubicBezTo>
                          <a:pt x="421369" y="14852"/>
                          <a:pt x="354040" y="0"/>
                          <a:pt x="262385" y="0"/>
                        </a:cubicBezTo>
                        <a:cubicBezTo>
                          <a:pt x="95205" y="0"/>
                          <a:pt x="10427" y="70435"/>
                          <a:pt x="10427" y="209360"/>
                        </a:cubicBezTo>
                        <a:cubicBezTo>
                          <a:pt x="10427" y="259645"/>
                          <a:pt x="23909" y="300585"/>
                          <a:pt x="50480" y="331006"/>
                        </a:cubicBezTo>
                        <a:cubicBezTo>
                          <a:pt x="76999" y="361401"/>
                          <a:pt x="122911" y="384227"/>
                          <a:pt x="186926" y="398844"/>
                        </a:cubicBezTo>
                        <a:lnTo>
                          <a:pt x="264969" y="417154"/>
                        </a:lnTo>
                        <a:cubicBezTo>
                          <a:pt x="318686" y="429487"/>
                          <a:pt x="355802" y="443856"/>
                          <a:pt x="375313" y="459856"/>
                        </a:cubicBezTo>
                        <a:cubicBezTo>
                          <a:pt x="394615" y="475686"/>
                          <a:pt x="404390" y="499126"/>
                          <a:pt x="404390" y="529508"/>
                        </a:cubicBezTo>
                        <a:cubicBezTo>
                          <a:pt x="404390" y="609953"/>
                          <a:pt x="349251" y="650749"/>
                          <a:pt x="240486" y="650749"/>
                        </a:cubicBezTo>
                        <a:cubicBezTo>
                          <a:pt x="147512" y="650749"/>
                          <a:pt x="67576" y="626305"/>
                          <a:pt x="2910" y="578109"/>
                        </a:cubicBezTo>
                        <a:lnTo>
                          <a:pt x="0" y="575929"/>
                        </a:lnTo>
                        <a:lnTo>
                          <a:pt x="0" y="676394"/>
                        </a:lnTo>
                        <a:lnTo>
                          <a:pt x="691" y="676942"/>
                        </a:lnTo>
                        <a:cubicBezTo>
                          <a:pt x="52190" y="717334"/>
                          <a:pt x="132165" y="737824"/>
                          <a:pt x="238398" y="737824"/>
                        </a:cubicBezTo>
                        <a:cubicBezTo>
                          <a:pt x="413199" y="737824"/>
                          <a:pt x="501827" y="666684"/>
                          <a:pt x="501827" y="526389"/>
                        </a:cubicBezTo>
                        <a:cubicBezTo>
                          <a:pt x="501827" y="473272"/>
                          <a:pt x="487301" y="430022"/>
                          <a:pt x="458629" y="397800"/>
                        </a:cubicBezTo>
                        <a:close/>
                      </a:path>
                    </a:pathLst>
                  </a:custGeom>
                  <a:solidFill>
                    <a:srgbClr val="3D434B"/>
                  </a:solidFill>
                  <a:ln w="130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</p:grpSp>
          </p:grpSp>
          <p:grpSp>
            <p:nvGrpSpPr>
              <p:cNvPr id="148" name="Graphic 3">
                <a:extLst>
                  <a:ext uri="{FF2B5EF4-FFF2-40B4-BE49-F238E27FC236}">
                    <a16:creationId xmlns:a16="http://schemas.microsoft.com/office/drawing/2014/main" id="{612A3E9C-8924-41AD-A6C1-CAB11A0AE9FD}"/>
                  </a:ext>
                </a:extLst>
              </p:cNvPr>
              <p:cNvGrpSpPr/>
              <p:nvPr/>
            </p:nvGrpSpPr>
            <p:grpSpPr bwMode="gray">
              <a:xfrm>
                <a:off x="3221874" y="2498768"/>
                <a:ext cx="7385412" cy="488828"/>
                <a:chOff x="3221874" y="2498768"/>
                <a:chExt cx="7385412" cy="488828"/>
              </a:xfrm>
              <a:solidFill>
                <a:srgbClr val="3D434B"/>
              </a:solidFill>
            </p:grpSpPr>
            <p:sp>
              <p:nvSpPr>
                <p:cNvPr id="181" name="Freeform: Shape 117">
                  <a:extLst>
                    <a:ext uri="{FF2B5EF4-FFF2-40B4-BE49-F238E27FC236}">
                      <a16:creationId xmlns:a16="http://schemas.microsoft.com/office/drawing/2014/main" id="{BF375ECE-F13E-4720-A50B-E8E51D7FE1AD}"/>
                    </a:ext>
                  </a:extLst>
                </p:cNvPr>
                <p:cNvSpPr/>
                <p:nvPr/>
              </p:nvSpPr>
              <p:spPr bwMode="gray">
                <a:xfrm>
                  <a:off x="3221874" y="2507095"/>
                  <a:ext cx="384448" cy="472162"/>
                </a:xfrm>
                <a:custGeom>
                  <a:avLst/>
                  <a:gdLst>
                    <a:gd name="connsiteX0" fmla="*/ 0 w 384448"/>
                    <a:gd name="connsiteY0" fmla="*/ 472163 h 472162"/>
                    <a:gd name="connsiteX1" fmla="*/ 0 w 384448"/>
                    <a:gd name="connsiteY1" fmla="*/ 0 h 472162"/>
                    <a:gd name="connsiteX2" fmla="*/ 72875 w 384448"/>
                    <a:gd name="connsiteY2" fmla="*/ 0 h 472162"/>
                    <a:gd name="connsiteX3" fmla="*/ 72875 w 384448"/>
                    <a:gd name="connsiteY3" fmla="*/ 202756 h 472162"/>
                    <a:gd name="connsiteX4" fmla="*/ 322001 w 384448"/>
                    <a:gd name="connsiteY4" fmla="*/ 202756 h 472162"/>
                    <a:gd name="connsiteX5" fmla="*/ 322001 w 384448"/>
                    <a:gd name="connsiteY5" fmla="*/ 0 h 472162"/>
                    <a:gd name="connsiteX6" fmla="*/ 384449 w 384448"/>
                    <a:gd name="connsiteY6" fmla="*/ 0 h 472162"/>
                    <a:gd name="connsiteX7" fmla="*/ 384449 w 384448"/>
                    <a:gd name="connsiteY7" fmla="*/ 472163 h 472162"/>
                    <a:gd name="connsiteX8" fmla="*/ 322001 w 384448"/>
                    <a:gd name="connsiteY8" fmla="*/ 472163 h 472162"/>
                    <a:gd name="connsiteX9" fmla="*/ 322001 w 384448"/>
                    <a:gd name="connsiteY9" fmla="*/ 260375 h 472162"/>
                    <a:gd name="connsiteX10" fmla="*/ 72875 w 384448"/>
                    <a:gd name="connsiteY10" fmla="*/ 260375 h 472162"/>
                    <a:gd name="connsiteX11" fmla="*/ 72875 w 384448"/>
                    <a:gd name="connsiteY11" fmla="*/ 472163 h 472162"/>
                    <a:gd name="connsiteX12" fmla="*/ 0 w 384448"/>
                    <a:gd name="connsiteY12" fmla="*/ 472163 h 472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84448" h="472162">
                      <a:moveTo>
                        <a:pt x="0" y="472163"/>
                      </a:moveTo>
                      <a:lnTo>
                        <a:pt x="0" y="0"/>
                      </a:lnTo>
                      <a:lnTo>
                        <a:pt x="72875" y="0"/>
                      </a:lnTo>
                      <a:lnTo>
                        <a:pt x="72875" y="202756"/>
                      </a:lnTo>
                      <a:lnTo>
                        <a:pt x="322001" y="202756"/>
                      </a:lnTo>
                      <a:lnTo>
                        <a:pt x="322001" y="0"/>
                      </a:lnTo>
                      <a:lnTo>
                        <a:pt x="384449" y="0"/>
                      </a:lnTo>
                      <a:lnTo>
                        <a:pt x="384449" y="472163"/>
                      </a:lnTo>
                      <a:lnTo>
                        <a:pt x="322001" y="472163"/>
                      </a:lnTo>
                      <a:lnTo>
                        <a:pt x="322001" y="260375"/>
                      </a:lnTo>
                      <a:lnTo>
                        <a:pt x="72875" y="260375"/>
                      </a:lnTo>
                      <a:lnTo>
                        <a:pt x="72875" y="472163"/>
                      </a:lnTo>
                      <a:lnTo>
                        <a:pt x="0" y="472163"/>
                      </a:ln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82" name="Freeform: Shape 118">
                  <a:extLst>
                    <a:ext uri="{FF2B5EF4-FFF2-40B4-BE49-F238E27FC236}">
                      <a16:creationId xmlns:a16="http://schemas.microsoft.com/office/drawing/2014/main" id="{A7100E0B-2A2E-4283-A026-7A65BE972236}"/>
                    </a:ext>
                  </a:extLst>
                </p:cNvPr>
                <p:cNvSpPr/>
                <p:nvPr/>
              </p:nvSpPr>
              <p:spPr bwMode="gray">
                <a:xfrm>
                  <a:off x="4051614" y="2498768"/>
                  <a:ext cx="413577" cy="488828"/>
                </a:xfrm>
                <a:custGeom>
                  <a:avLst/>
                  <a:gdLst>
                    <a:gd name="connsiteX0" fmla="*/ 362915 w 413577"/>
                    <a:gd name="connsiteY0" fmla="*/ 428769 h 488828"/>
                    <a:gd name="connsiteX1" fmla="*/ 206789 w 413577"/>
                    <a:gd name="connsiteY1" fmla="*/ 488829 h 488828"/>
                    <a:gd name="connsiteX2" fmla="*/ 50650 w 413577"/>
                    <a:gd name="connsiteY2" fmla="*/ 428769 h 488828"/>
                    <a:gd name="connsiteX3" fmla="*/ 0 w 413577"/>
                    <a:gd name="connsiteY3" fmla="*/ 244414 h 488828"/>
                    <a:gd name="connsiteX4" fmla="*/ 50650 w 413577"/>
                    <a:gd name="connsiteY4" fmla="*/ 60060 h 488828"/>
                    <a:gd name="connsiteX5" fmla="*/ 206789 w 413577"/>
                    <a:gd name="connsiteY5" fmla="*/ 0 h 488828"/>
                    <a:gd name="connsiteX6" fmla="*/ 362915 w 413577"/>
                    <a:gd name="connsiteY6" fmla="*/ 60060 h 488828"/>
                    <a:gd name="connsiteX7" fmla="*/ 413578 w 413577"/>
                    <a:gd name="connsiteY7" fmla="*/ 244414 h 488828"/>
                    <a:gd name="connsiteX8" fmla="*/ 362915 w 413577"/>
                    <a:gd name="connsiteY8" fmla="*/ 428769 h 488828"/>
                    <a:gd name="connsiteX9" fmla="*/ 98181 w 413577"/>
                    <a:gd name="connsiteY9" fmla="*/ 387803 h 488828"/>
                    <a:gd name="connsiteX10" fmla="*/ 206789 w 413577"/>
                    <a:gd name="connsiteY10" fmla="*/ 433285 h 488828"/>
                    <a:gd name="connsiteX11" fmla="*/ 315384 w 413577"/>
                    <a:gd name="connsiteY11" fmla="*/ 387803 h 488828"/>
                    <a:gd name="connsiteX12" fmla="*/ 349734 w 413577"/>
                    <a:gd name="connsiteY12" fmla="*/ 244414 h 488828"/>
                    <a:gd name="connsiteX13" fmla="*/ 315384 w 413577"/>
                    <a:gd name="connsiteY13" fmla="*/ 101026 h 488828"/>
                    <a:gd name="connsiteX14" fmla="*/ 206789 w 413577"/>
                    <a:gd name="connsiteY14" fmla="*/ 55544 h 488828"/>
                    <a:gd name="connsiteX15" fmla="*/ 98181 w 413577"/>
                    <a:gd name="connsiteY15" fmla="*/ 101026 h 488828"/>
                    <a:gd name="connsiteX16" fmla="*/ 63831 w 413577"/>
                    <a:gd name="connsiteY16" fmla="*/ 244414 h 488828"/>
                    <a:gd name="connsiteX17" fmla="*/ 98181 w 413577"/>
                    <a:gd name="connsiteY17" fmla="*/ 387803 h 488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413577" h="488828">
                      <a:moveTo>
                        <a:pt x="362915" y="428769"/>
                      </a:moveTo>
                      <a:cubicBezTo>
                        <a:pt x="329140" y="468809"/>
                        <a:pt x="277093" y="488829"/>
                        <a:pt x="206789" y="488829"/>
                      </a:cubicBezTo>
                      <a:cubicBezTo>
                        <a:pt x="136459" y="488829"/>
                        <a:pt x="84412" y="468809"/>
                        <a:pt x="50650" y="428769"/>
                      </a:cubicBezTo>
                      <a:cubicBezTo>
                        <a:pt x="16875" y="388729"/>
                        <a:pt x="0" y="327286"/>
                        <a:pt x="0" y="244414"/>
                      </a:cubicBezTo>
                      <a:cubicBezTo>
                        <a:pt x="0" y="161555"/>
                        <a:pt x="16888" y="100112"/>
                        <a:pt x="50650" y="60060"/>
                      </a:cubicBezTo>
                      <a:cubicBezTo>
                        <a:pt x="84412" y="20020"/>
                        <a:pt x="136459" y="0"/>
                        <a:pt x="206789" y="0"/>
                      </a:cubicBezTo>
                      <a:cubicBezTo>
                        <a:pt x="277093" y="0"/>
                        <a:pt x="329153" y="20033"/>
                        <a:pt x="362915" y="60060"/>
                      </a:cubicBezTo>
                      <a:cubicBezTo>
                        <a:pt x="396690" y="100099"/>
                        <a:pt x="413578" y="161555"/>
                        <a:pt x="413578" y="244414"/>
                      </a:cubicBezTo>
                      <a:cubicBezTo>
                        <a:pt x="413578" y="327273"/>
                        <a:pt x="396690" y="388729"/>
                        <a:pt x="362915" y="428769"/>
                      </a:cubicBezTo>
                      <a:close/>
                      <a:moveTo>
                        <a:pt x="98181" y="387803"/>
                      </a:moveTo>
                      <a:cubicBezTo>
                        <a:pt x="121085" y="418133"/>
                        <a:pt x="157274" y="433285"/>
                        <a:pt x="206789" y="433285"/>
                      </a:cubicBezTo>
                      <a:cubicBezTo>
                        <a:pt x="256290" y="433285"/>
                        <a:pt x="292493" y="418133"/>
                        <a:pt x="315384" y="387803"/>
                      </a:cubicBezTo>
                      <a:cubicBezTo>
                        <a:pt x="338288" y="357486"/>
                        <a:pt x="349734" y="309681"/>
                        <a:pt x="349734" y="244414"/>
                      </a:cubicBezTo>
                      <a:cubicBezTo>
                        <a:pt x="349734" y="179148"/>
                        <a:pt x="338288" y="131356"/>
                        <a:pt x="315384" y="101026"/>
                      </a:cubicBezTo>
                      <a:cubicBezTo>
                        <a:pt x="292480" y="70709"/>
                        <a:pt x="256277" y="55544"/>
                        <a:pt x="206789" y="55544"/>
                      </a:cubicBezTo>
                      <a:cubicBezTo>
                        <a:pt x="157274" y="55544"/>
                        <a:pt x="121085" y="70709"/>
                        <a:pt x="98181" y="101026"/>
                      </a:cubicBezTo>
                      <a:cubicBezTo>
                        <a:pt x="75277" y="131356"/>
                        <a:pt x="63831" y="179148"/>
                        <a:pt x="63831" y="244414"/>
                      </a:cubicBezTo>
                      <a:cubicBezTo>
                        <a:pt x="63831" y="309681"/>
                        <a:pt x="75277" y="357486"/>
                        <a:pt x="98181" y="387803"/>
                      </a:cubicBez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83" name="Freeform: Shape 119">
                  <a:extLst>
                    <a:ext uri="{FF2B5EF4-FFF2-40B4-BE49-F238E27FC236}">
                      <a16:creationId xmlns:a16="http://schemas.microsoft.com/office/drawing/2014/main" id="{3ACE1A70-10E9-4A6C-8F15-F8B3D33333C3}"/>
                    </a:ext>
                  </a:extLst>
                </p:cNvPr>
                <p:cNvSpPr/>
                <p:nvPr/>
              </p:nvSpPr>
              <p:spPr bwMode="gray">
                <a:xfrm>
                  <a:off x="4879488" y="2498768"/>
                  <a:ext cx="333093" cy="488828"/>
                </a:xfrm>
                <a:custGeom>
                  <a:avLst/>
                  <a:gdLst>
                    <a:gd name="connsiteX0" fmla="*/ 217882 w 333093"/>
                    <a:gd name="connsiteY0" fmla="*/ 488829 h 488828"/>
                    <a:gd name="connsiteX1" fmla="*/ 53430 w 333093"/>
                    <a:gd name="connsiteY1" fmla="*/ 428769 h 488828"/>
                    <a:gd name="connsiteX2" fmla="*/ 0 w 333093"/>
                    <a:gd name="connsiteY2" fmla="*/ 244414 h 488828"/>
                    <a:gd name="connsiteX3" fmla="*/ 53090 w 333093"/>
                    <a:gd name="connsiteY3" fmla="*/ 60060 h 488828"/>
                    <a:gd name="connsiteX4" fmla="*/ 216512 w 333093"/>
                    <a:gd name="connsiteY4" fmla="*/ 0 h 488828"/>
                    <a:gd name="connsiteX5" fmla="*/ 333094 w 333093"/>
                    <a:gd name="connsiteY5" fmla="*/ 24300 h 488828"/>
                    <a:gd name="connsiteX6" fmla="*/ 333094 w 333093"/>
                    <a:gd name="connsiteY6" fmla="*/ 85404 h 488828"/>
                    <a:gd name="connsiteX7" fmla="*/ 218600 w 333093"/>
                    <a:gd name="connsiteY7" fmla="*/ 55544 h 488828"/>
                    <a:gd name="connsiteX8" fmla="*/ 100621 w 333093"/>
                    <a:gd name="connsiteY8" fmla="*/ 100334 h 488828"/>
                    <a:gd name="connsiteX9" fmla="*/ 63831 w 333093"/>
                    <a:gd name="connsiteY9" fmla="*/ 243723 h 488828"/>
                    <a:gd name="connsiteX10" fmla="*/ 100960 w 333093"/>
                    <a:gd name="connsiteY10" fmla="*/ 388155 h 488828"/>
                    <a:gd name="connsiteX11" fmla="*/ 220662 w 333093"/>
                    <a:gd name="connsiteY11" fmla="*/ 433285 h 488828"/>
                    <a:gd name="connsiteX12" fmla="*/ 333081 w 333093"/>
                    <a:gd name="connsiteY12" fmla="*/ 403424 h 488828"/>
                    <a:gd name="connsiteX13" fmla="*/ 333081 w 333093"/>
                    <a:gd name="connsiteY13" fmla="*/ 464528 h 488828"/>
                    <a:gd name="connsiteX14" fmla="*/ 217882 w 333093"/>
                    <a:gd name="connsiteY14" fmla="*/ 488829 h 488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33093" h="488828">
                      <a:moveTo>
                        <a:pt x="217882" y="488829"/>
                      </a:moveTo>
                      <a:cubicBezTo>
                        <a:pt x="143871" y="488829"/>
                        <a:pt x="89032" y="468809"/>
                        <a:pt x="53430" y="428769"/>
                      </a:cubicBezTo>
                      <a:cubicBezTo>
                        <a:pt x="17801" y="388729"/>
                        <a:pt x="0" y="327286"/>
                        <a:pt x="0" y="244414"/>
                      </a:cubicBezTo>
                      <a:cubicBezTo>
                        <a:pt x="0" y="161555"/>
                        <a:pt x="17697" y="100112"/>
                        <a:pt x="53090" y="60060"/>
                      </a:cubicBezTo>
                      <a:cubicBezTo>
                        <a:pt x="88484" y="20020"/>
                        <a:pt x="142958" y="0"/>
                        <a:pt x="216512" y="0"/>
                      </a:cubicBezTo>
                      <a:cubicBezTo>
                        <a:pt x="265543" y="0"/>
                        <a:pt x="304408" y="8105"/>
                        <a:pt x="333094" y="24300"/>
                      </a:cubicBezTo>
                      <a:lnTo>
                        <a:pt x="333094" y="85404"/>
                      </a:lnTo>
                      <a:cubicBezTo>
                        <a:pt x="300245" y="65502"/>
                        <a:pt x="262085" y="55544"/>
                        <a:pt x="218600" y="55544"/>
                      </a:cubicBezTo>
                      <a:cubicBezTo>
                        <a:pt x="164478" y="55544"/>
                        <a:pt x="125143" y="70474"/>
                        <a:pt x="100621" y="100334"/>
                      </a:cubicBezTo>
                      <a:cubicBezTo>
                        <a:pt x="76086" y="130194"/>
                        <a:pt x="63831" y="177999"/>
                        <a:pt x="63831" y="243723"/>
                      </a:cubicBezTo>
                      <a:cubicBezTo>
                        <a:pt x="63831" y="309929"/>
                        <a:pt x="76203" y="358060"/>
                        <a:pt x="100960" y="388155"/>
                      </a:cubicBezTo>
                      <a:cubicBezTo>
                        <a:pt x="125704" y="418250"/>
                        <a:pt x="165614" y="433285"/>
                        <a:pt x="220662" y="433285"/>
                      </a:cubicBezTo>
                      <a:cubicBezTo>
                        <a:pt x="263690" y="433285"/>
                        <a:pt x="301159" y="423340"/>
                        <a:pt x="333081" y="403424"/>
                      </a:cubicBezTo>
                      <a:lnTo>
                        <a:pt x="333081" y="464528"/>
                      </a:lnTo>
                      <a:cubicBezTo>
                        <a:pt x="304852" y="480724"/>
                        <a:pt x="266457" y="488829"/>
                        <a:pt x="217882" y="488829"/>
                      </a:cubicBez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84" name="Freeform: Shape 120">
                  <a:extLst>
                    <a:ext uri="{FF2B5EF4-FFF2-40B4-BE49-F238E27FC236}">
                      <a16:creationId xmlns:a16="http://schemas.microsoft.com/office/drawing/2014/main" id="{9DCE73C6-29C4-4C9B-B3A4-FF49A75F37CC}"/>
                    </a:ext>
                  </a:extLst>
                </p:cNvPr>
                <p:cNvSpPr/>
                <p:nvPr/>
              </p:nvSpPr>
              <p:spPr bwMode="gray">
                <a:xfrm>
                  <a:off x="5636352" y="2507095"/>
                  <a:ext cx="374021" cy="472162"/>
                </a:xfrm>
                <a:custGeom>
                  <a:avLst/>
                  <a:gdLst>
                    <a:gd name="connsiteX0" fmla="*/ 0 w 374021"/>
                    <a:gd name="connsiteY0" fmla="*/ 472163 h 472162"/>
                    <a:gd name="connsiteX1" fmla="*/ 0 w 374021"/>
                    <a:gd name="connsiteY1" fmla="*/ 0 h 472162"/>
                    <a:gd name="connsiteX2" fmla="*/ 62448 w 374021"/>
                    <a:gd name="connsiteY2" fmla="*/ 0 h 472162"/>
                    <a:gd name="connsiteX3" fmla="*/ 62448 w 374021"/>
                    <a:gd name="connsiteY3" fmla="*/ 202756 h 472162"/>
                    <a:gd name="connsiteX4" fmla="*/ 311574 w 374021"/>
                    <a:gd name="connsiteY4" fmla="*/ 202756 h 472162"/>
                    <a:gd name="connsiteX5" fmla="*/ 311574 w 374021"/>
                    <a:gd name="connsiteY5" fmla="*/ 0 h 472162"/>
                    <a:gd name="connsiteX6" fmla="*/ 374022 w 374021"/>
                    <a:gd name="connsiteY6" fmla="*/ 0 h 472162"/>
                    <a:gd name="connsiteX7" fmla="*/ 374022 w 374021"/>
                    <a:gd name="connsiteY7" fmla="*/ 472163 h 472162"/>
                    <a:gd name="connsiteX8" fmla="*/ 311574 w 374021"/>
                    <a:gd name="connsiteY8" fmla="*/ 472163 h 472162"/>
                    <a:gd name="connsiteX9" fmla="*/ 311574 w 374021"/>
                    <a:gd name="connsiteY9" fmla="*/ 260375 h 472162"/>
                    <a:gd name="connsiteX10" fmla="*/ 62448 w 374021"/>
                    <a:gd name="connsiteY10" fmla="*/ 260375 h 472162"/>
                    <a:gd name="connsiteX11" fmla="*/ 62448 w 374021"/>
                    <a:gd name="connsiteY11" fmla="*/ 472163 h 472162"/>
                    <a:gd name="connsiteX12" fmla="*/ 0 w 374021"/>
                    <a:gd name="connsiteY12" fmla="*/ 472163 h 472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74021" h="472162">
                      <a:moveTo>
                        <a:pt x="0" y="472163"/>
                      </a:moveTo>
                      <a:lnTo>
                        <a:pt x="0" y="0"/>
                      </a:lnTo>
                      <a:lnTo>
                        <a:pt x="62448" y="0"/>
                      </a:lnTo>
                      <a:lnTo>
                        <a:pt x="62448" y="202756"/>
                      </a:lnTo>
                      <a:lnTo>
                        <a:pt x="311574" y="202756"/>
                      </a:lnTo>
                      <a:lnTo>
                        <a:pt x="311574" y="0"/>
                      </a:lnTo>
                      <a:lnTo>
                        <a:pt x="374022" y="0"/>
                      </a:lnTo>
                      <a:lnTo>
                        <a:pt x="374022" y="472163"/>
                      </a:lnTo>
                      <a:lnTo>
                        <a:pt x="311574" y="472163"/>
                      </a:lnTo>
                      <a:lnTo>
                        <a:pt x="311574" y="260375"/>
                      </a:lnTo>
                      <a:lnTo>
                        <a:pt x="62448" y="260375"/>
                      </a:lnTo>
                      <a:lnTo>
                        <a:pt x="62448" y="472163"/>
                      </a:lnTo>
                      <a:lnTo>
                        <a:pt x="0" y="472163"/>
                      </a:ln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85" name="Freeform: Shape 121">
                  <a:extLst>
                    <a:ext uri="{FF2B5EF4-FFF2-40B4-BE49-F238E27FC236}">
                      <a16:creationId xmlns:a16="http://schemas.microsoft.com/office/drawing/2014/main" id="{E02EE163-8C2B-48E6-B334-F1741FE1F58C}"/>
                    </a:ext>
                  </a:extLst>
                </p:cNvPr>
                <p:cNvSpPr/>
                <p:nvPr/>
              </p:nvSpPr>
              <p:spPr bwMode="gray">
                <a:xfrm>
                  <a:off x="6440565" y="2498768"/>
                  <a:ext cx="331697" cy="488828"/>
                </a:xfrm>
                <a:custGeom>
                  <a:avLst/>
                  <a:gdLst>
                    <a:gd name="connsiteX0" fmla="*/ 157523 w 331697"/>
                    <a:gd name="connsiteY0" fmla="*/ 488829 h 488828"/>
                    <a:gd name="connsiteX1" fmla="*/ 0 w 331697"/>
                    <a:gd name="connsiteY1" fmla="*/ 448554 h 488828"/>
                    <a:gd name="connsiteX2" fmla="*/ 0 w 331697"/>
                    <a:gd name="connsiteY2" fmla="*/ 384671 h 488828"/>
                    <a:gd name="connsiteX3" fmla="*/ 158905 w 331697"/>
                    <a:gd name="connsiteY3" fmla="*/ 433271 h 488828"/>
                    <a:gd name="connsiteX4" fmla="*/ 269250 w 331697"/>
                    <a:gd name="connsiteY4" fmla="*/ 351339 h 488828"/>
                    <a:gd name="connsiteX5" fmla="*/ 249452 w 331697"/>
                    <a:gd name="connsiteY5" fmla="*/ 304017 h 488828"/>
                    <a:gd name="connsiteX6" fmla="*/ 175480 w 331697"/>
                    <a:gd name="connsiteY6" fmla="*/ 275344 h 488828"/>
                    <a:gd name="connsiteX7" fmla="*/ 123525 w 331697"/>
                    <a:gd name="connsiteY7" fmla="*/ 263155 h 488828"/>
                    <a:gd name="connsiteX8" fmla="*/ 33318 w 331697"/>
                    <a:gd name="connsiteY8" fmla="*/ 218365 h 488828"/>
                    <a:gd name="connsiteX9" fmla="*/ 6943 w 331697"/>
                    <a:gd name="connsiteY9" fmla="*/ 138168 h 488828"/>
                    <a:gd name="connsiteX10" fmla="*/ 173484 w 331697"/>
                    <a:gd name="connsiteY10" fmla="*/ 0 h 488828"/>
                    <a:gd name="connsiteX11" fmla="*/ 306026 w 331697"/>
                    <a:gd name="connsiteY11" fmla="*/ 29168 h 488828"/>
                    <a:gd name="connsiteX12" fmla="*/ 306026 w 331697"/>
                    <a:gd name="connsiteY12" fmla="*/ 92360 h 488828"/>
                    <a:gd name="connsiteX13" fmla="*/ 175571 w 331697"/>
                    <a:gd name="connsiteY13" fmla="*/ 55557 h 488828"/>
                    <a:gd name="connsiteX14" fmla="*/ 69391 w 331697"/>
                    <a:gd name="connsiteY14" fmla="*/ 134018 h 488828"/>
                    <a:gd name="connsiteX15" fmla="*/ 87779 w 331697"/>
                    <a:gd name="connsiteY15" fmla="*/ 179056 h 488828"/>
                    <a:gd name="connsiteX16" fmla="*/ 154769 w 331697"/>
                    <a:gd name="connsiteY16" fmla="*/ 206084 h 488828"/>
                    <a:gd name="connsiteX17" fmla="*/ 208198 w 331697"/>
                    <a:gd name="connsiteY17" fmla="*/ 217882 h 488828"/>
                    <a:gd name="connsiteX18" fmla="*/ 303247 w 331697"/>
                    <a:gd name="connsiteY18" fmla="*/ 264460 h 488828"/>
                    <a:gd name="connsiteX19" fmla="*/ 331698 w 331697"/>
                    <a:gd name="connsiteY19" fmla="*/ 349264 h 488828"/>
                    <a:gd name="connsiteX20" fmla="*/ 157523 w 331697"/>
                    <a:gd name="connsiteY20" fmla="*/ 488829 h 488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31697" h="488828">
                      <a:moveTo>
                        <a:pt x="157523" y="488829"/>
                      </a:moveTo>
                      <a:cubicBezTo>
                        <a:pt x="86735" y="488829"/>
                        <a:pt x="34219" y="475412"/>
                        <a:pt x="0" y="448554"/>
                      </a:cubicBezTo>
                      <a:lnTo>
                        <a:pt x="0" y="384671"/>
                      </a:lnTo>
                      <a:cubicBezTo>
                        <a:pt x="43485" y="417076"/>
                        <a:pt x="96458" y="433271"/>
                        <a:pt x="158905" y="433271"/>
                      </a:cubicBezTo>
                      <a:cubicBezTo>
                        <a:pt x="232460" y="433271"/>
                        <a:pt x="269250" y="405969"/>
                        <a:pt x="269250" y="351339"/>
                      </a:cubicBezTo>
                      <a:cubicBezTo>
                        <a:pt x="269250" y="330614"/>
                        <a:pt x="262646" y="314849"/>
                        <a:pt x="249452" y="304017"/>
                      </a:cubicBezTo>
                      <a:cubicBezTo>
                        <a:pt x="236245" y="293185"/>
                        <a:pt x="211605" y="283632"/>
                        <a:pt x="175480" y="275344"/>
                      </a:cubicBezTo>
                      <a:lnTo>
                        <a:pt x="123525" y="263155"/>
                      </a:lnTo>
                      <a:cubicBezTo>
                        <a:pt x="80953" y="253432"/>
                        <a:pt x="50885" y="238502"/>
                        <a:pt x="33318" y="218365"/>
                      </a:cubicBezTo>
                      <a:cubicBezTo>
                        <a:pt x="15726" y="198228"/>
                        <a:pt x="6943" y="171500"/>
                        <a:pt x="6943" y="138168"/>
                      </a:cubicBezTo>
                      <a:cubicBezTo>
                        <a:pt x="6943" y="46056"/>
                        <a:pt x="62461" y="0"/>
                        <a:pt x="173484" y="0"/>
                      </a:cubicBezTo>
                      <a:cubicBezTo>
                        <a:pt x="234548" y="0"/>
                        <a:pt x="278724" y="9723"/>
                        <a:pt x="306026" y="29168"/>
                      </a:cubicBezTo>
                      <a:lnTo>
                        <a:pt x="306026" y="92360"/>
                      </a:lnTo>
                      <a:cubicBezTo>
                        <a:pt x="271325" y="67825"/>
                        <a:pt x="227840" y="55557"/>
                        <a:pt x="175571" y="55557"/>
                      </a:cubicBezTo>
                      <a:cubicBezTo>
                        <a:pt x="104784" y="55557"/>
                        <a:pt x="69391" y="81711"/>
                        <a:pt x="69391" y="134018"/>
                      </a:cubicBezTo>
                      <a:cubicBezTo>
                        <a:pt x="69391" y="152955"/>
                        <a:pt x="75511" y="167963"/>
                        <a:pt x="87779" y="179056"/>
                      </a:cubicBezTo>
                      <a:cubicBezTo>
                        <a:pt x="100047" y="190149"/>
                        <a:pt x="122377" y="199154"/>
                        <a:pt x="154769" y="206084"/>
                      </a:cubicBezTo>
                      <a:lnTo>
                        <a:pt x="208198" y="217882"/>
                      </a:lnTo>
                      <a:cubicBezTo>
                        <a:pt x="252597" y="227618"/>
                        <a:pt x="284271" y="243148"/>
                        <a:pt x="303247" y="264460"/>
                      </a:cubicBezTo>
                      <a:cubicBezTo>
                        <a:pt x="322210" y="285772"/>
                        <a:pt x="331698" y="314053"/>
                        <a:pt x="331698" y="349264"/>
                      </a:cubicBezTo>
                      <a:cubicBezTo>
                        <a:pt x="331698" y="442303"/>
                        <a:pt x="273635" y="488829"/>
                        <a:pt x="157523" y="488829"/>
                      </a:cubicBez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86" name="Freeform: Shape 122">
                  <a:extLst>
                    <a:ext uri="{FF2B5EF4-FFF2-40B4-BE49-F238E27FC236}">
                      <a16:creationId xmlns:a16="http://schemas.microsoft.com/office/drawing/2014/main" id="{EE63F1F2-028D-4C3E-A066-6A94D221D87F}"/>
                    </a:ext>
                  </a:extLst>
                </p:cNvPr>
                <p:cNvSpPr/>
                <p:nvPr/>
              </p:nvSpPr>
              <p:spPr bwMode="gray">
                <a:xfrm>
                  <a:off x="7176575" y="2498768"/>
                  <a:ext cx="333093" cy="488828"/>
                </a:xfrm>
                <a:custGeom>
                  <a:avLst/>
                  <a:gdLst>
                    <a:gd name="connsiteX0" fmla="*/ 217882 w 333093"/>
                    <a:gd name="connsiteY0" fmla="*/ 488829 h 488828"/>
                    <a:gd name="connsiteX1" fmla="*/ 53430 w 333093"/>
                    <a:gd name="connsiteY1" fmla="*/ 428769 h 488828"/>
                    <a:gd name="connsiteX2" fmla="*/ 0 w 333093"/>
                    <a:gd name="connsiteY2" fmla="*/ 244414 h 488828"/>
                    <a:gd name="connsiteX3" fmla="*/ 53091 w 333093"/>
                    <a:gd name="connsiteY3" fmla="*/ 60060 h 488828"/>
                    <a:gd name="connsiteX4" fmla="*/ 216512 w 333093"/>
                    <a:gd name="connsiteY4" fmla="*/ 0 h 488828"/>
                    <a:gd name="connsiteX5" fmla="*/ 333094 w 333093"/>
                    <a:gd name="connsiteY5" fmla="*/ 24300 h 488828"/>
                    <a:gd name="connsiteX6" fmla="*/ 333094 w 333093"/>
                    <a:gd name="connsiteY6" fmla="*/ 85404 h 488828"/>
                    <a:gd name="connsiteX7" fmla="*/ 218600 w 333093"/>
                    <a:gd name="connsiteY7" fmla="*/ 55544 h 488828"/>
                    <a:gd name="connsiteX8" fmla="*/ 100621 w 333093"/>
                    <a:gd name="connsiteY8" fmla="*/ 100334 h 488828"/>
                    <a:gd name="connsiteX9" fmla="*/ 63831 w 333093"/>
                    <a:gd name="connsiteY9" fmla="*/ 243723 h 488828"/>
                    <a:gd name="connsiteX10" fmla="*/ 100960 w 333093"/>
                    <a:gd name="connsiteY10" fmla="*/ 388155 h 488828"/>
                    <a:gd name="connsiteX11" fmla="*/ 220662 w 333093"/>
                    <a:gd name="connsiteY11" fmla="*/ 433285 h 488828"/>
                    <a:gd name="connsiteX12" fmla="*/ 333081 w 333093"/>
                    <a:gd name="connsiteY12" fmla="*/ 403424 h 488828"/>
                    <a:gd name="connsiteX13" fmla="*/ 333081 w 333093"/>
                    <a:gd name="connsiteY13" fmla="*/ 464528 h 488828"/>
                    <a:gd name="connsiteX14" fmla="*/ 217882 w 333093"/>
                    <a:gd name="connsiteY14" fmla="*/ 488829 h 488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33093" h="488828">
                      <a:moveTo>
                        <a:pt x="217882" y="488829"/>
                      </a:moveTo>
                      <a:cubicBezTo>
                        <a:pt x="143872" y="488829"/>
                        <a:pt x="89032" y="468809"/>
                        <a:pt x="53430" y="428769"/>
                      </a:cubicBezTo>
                      <a:cubicBezTo>
                        <a:pt x="17801" y="388729"/>
                        <a:pt x="0" y="327286"/>
                        <a:pt x="0" y="244414"/>
                      </a:cubicBezTo>
                      <a:cubicBezTo>
                        <a:pt x="0" y="161555"/>
                        <a:pt x="17697" y="100112"/>
                        <a:pt x="53091" y="60060"/>
                      </a:cubicBezTo>
                      <a:cubicBezTo>
                        <a:pt x="88484" y="20020"/>
                        <a:pt x="142958" y="0"/>
                        <a:pt x="216512" y="0"/>
                      </a:cubicBezTo>
                      <a:cubicBezTo>
                        <a:pt x="265544" y="0"/>
                        <a:pt x="304408" y="8105"/>
                        <a:pt x="333094" y="24300"/>
                      </a:cubicBezTo>
                      <a:lnTo>
                        <a:pt x="333094" y="85404"/>
                      </a:lnTo>
                      <a:cubicBezTo>
                        <a:pt x="300245" y="65502"/>
                        <a:pt x="262085" y="55544"/>
                        <a:pt x="218600" y="55544"/>
                      </a:cubicBezTo>
                      <a:cubicBezTo>
                        <a:pt x="164478" y="55544"/>
                        <a:pt x="125144" y="70474"/>
                        <a:pt x="100621" y="100334"/>
                      </a:cubicBezTo>
                      <a:cubicBezTo>
                        <a:pt x="76099" y="130194"/>
                        <a:pt x="63831" y="177999"/>
                        <a:pt x="63831" y="243723"/>
                      </a:cubicBezTo>
                      <a:cubicBezTo>
                        <a:pt x="63831" y="309929"/>
                        <a:pt x="76203" y="358060"/>
                        <a:pt x="100960" y="388155"/>
                      </a:cubicBezTo>
                      <a:cubicBezTo>
                        <a:pt x="125704" y="418250"/>
                        <a:pt x="165614" y="433285"/>
                        <a:pt x="220662" y="433285"/>
                      </a:cubicBezTo>
                      <a:cubicBezTo>
                        <a:pt x="263690" y="433285"/>
                        <a:pt x="301159" y="423340"/>
                        <a:pt x="333081" y="403424"/>
                      </a:cubicBezTo>
                      <a:lnTo>
                        <a:pt x="333081" y="464528"/>
                      </a:lnTo>
                      <a:cubicBezTo>
                        <a:pt x="304852" y="480724"/>
                        <a:pt x="266457" y="488829"/>
                        <a:pt x="217882" y="488829"/>
                      </a:cubicBez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87" name="Freeform: Shape 123">
                  <a:extLst>
                    <a:ext uri="{FF2B5EF4-FFF2-40B4-BE49-F238E27FC236}">
                      <a16:creationId xmlns:a16="http://schemas.microsoft.com/office/drawing/2014/main" id="{5447C421-C61F-47EC-A74E-1BA8A80C42F3}"/>
                    </a:ext>
                  </a:extLst>
                </p:cNvPr>
                <p:cNvSpPr/>
                <p:nvPr/>
              </p:nvSpPr>
              <p:spPr bwMode="gray">
                <a:xfrm>
                  <a:off x="7933439" y="2507095"/>
                  <a:ext cx="374020" cy="472162"/>
                </a:xfrm>
                <a:custGeom>
                  <a:avLst/>
                  <a:gdLst>
                    <a:gd name="connsiteX0" fmla="*/ 0 w 374020"/>
                    <a:gd name="connsiteY0" fmla="*/ 472163 h 472162"/>
                    <a:gd name="connsiteX1" fmla="*/ 0 w 374020"/>
                    <a:gd name="connsiteY1" fmla="*/ 0 h 472162"/>
                    <a:gd name="connsiteX2" fmla="*/ 62448 w 374020"/>
                    <a:gd name="connsiteY2" fmla="*/ 0 h 472162"/>
                    <a:gd name="connsiteX3" fmla="*/ 62448 w 374020"/>
                    <a:gd name="connsiteY3" fmla="*/ 202756 h 472162"/>
                    <a:gd name="connsiteX4" fmla="*/ 311574 w 374020"/>
                    <a:gd name="connsiteY4" fmla="*/ 202756 h 472162"/>
                    <a:gd name="connsiteX5" fmla="*/ 311574 w 374020"/>
                    <a:gd name="connsiteY5" fmla="*/ 0 h 472162"/>
                    <a:gd name="connsiteX6" fmla="*/ 374021 w 374020"/>
                    <a:gd name="connsiteY6" fmla="*/ 0 h 472162"/>
                    <a:gd name="connsiteX7" fmla="*/ 374021 w 374020"/>
                    <a:gd name="connsiteY7" fmla="*/ 472163 h 472162"/>
                    <a:gd name="connsiteX8" fmla="*/ 311574 w 374020"/>
                    <a:gd name="connsiteY8" fmla="*/ 472163 h 472162"/>
                    <a:gd name="connsiteX9" fmla="*/ 311574 w 374020"/>
                    <a:gd name="connsiteY9" fmla="*/ 260375 h 472162"/>
                    <a:gd name="connsiteX10" fmla="*/ 62448 w 374020"/>
                    <a:gd name="connsiteY10" fmla="*/ 260375 h 472162"/>
                    <a:gd name="connsiteX11" fmla="*/ 62448 w 374020"/>
                    <a:gd name="connsiteY11" fmla="*/ 472163 h 472162"/>
                    <a:gd name="connsiteX12" fmla="*/ 0 w 374020"/>
                    <a:gd name="connsiteY12" fmla="*/ 472163 h 472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74020" h="472162">
                      <a:moveTo>
                        <a:pt x="0" y="472163"/>
                      </a:moveTo>
                      <a:lnTo>
                        <a:pt x="0" y="0"/>
                      </a:lnTo>
                      <a:lnTo>
                        <a:pt x="62448" y="0"/>
                      </a:lnTo>
                      <a:lnTo>
                        <a:pt x="62448" y="202756"/>
                      </a:lnTo>
                      <a:lnTo>
                        <a:pt x="311574" y="202756"/>
                      </a:lnTo>
                      <a:lnTo>
                        <a:pt x="311574" y="0"/>
                      </a:lnTo>
                      <a:lnTo>
                        <a:pt x="374021" y="0"/>
                      </a:lnTo>
                      <a:lnTo>
                        <a:pt x="374021" y="472163"/>
                      </a:lnTo>
                      <a:lnTo>
                        <a:pt x="311574" y="472163"/>
                      </a:lnTo>
                      <a:lnTo>
                        <a:pt x="311574" y="260375"/>
                      </a:lnTo>
                      <a:lnTo>
                        <a:pt x="62448" y="260375"/>
                      </a:lnTo>
                      <a:lnTo>
                        <a:pt x="62448" y="472163"/>
                      </a:lnTo>
                      <a:lnTo>
                        <a:pt x="0" y="472163"/>
                      </a:ln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88" name="Freeform: Shape 124">
                  <a:extLst>
                    <a:ext uri="{FF2B5EF4-FFF2-40B4-BE49-F238E27FC236}">
                      <a16:creationId xmlns:a16="http://schemas.microsoft.com/office/drawing/2014/main" id="{930F22F4-A4DA-42B5-AC82-CA0B534326F7}"/>
                    </a:ext>
                  </a:extLst>
                </p:cNvPr>
                <p:cNvSpPr/>
                <p:nvPr/>
              </p:nvSpPr>
              <p:spPr bwMode="gray">
                <a:xfrm>
                  <a:off x="8759917" y="2507095"/>
                  <a:ext cx="355997" cy="480502"/>
                </a:xfrm>
                <a:custGeom>
                  <a:avLst/>
                  <a:gdLst>
                    <a:gd name="connsiteX0" fmla="*/ 313661 w 355997"/>
                    <a:gd name="connsiteY0" fmla="*/ 437108 h 480502"/>
                    <a:gd name="connsiteX1" fmla="*/ 178338 w 355997"/>
                    <a:gd name="connsiteY1" fmla="*/ 480502 h 480502"/>
                    <a:gd name="connsiteX2" fmla="*/ 42676 w 355997"/>
                    <a:gd name="connsiteY2" fmla="*/ 437108 h 480502"/>
                    <a:gd name="connsiteX3" fmla="*/ 0 w 355997"/>
                    <a:gd name="connsiteY3" fmla="*/ 297896 h 480502"/>
                    <a:gd name="connsiteX4" fmla="*/ 0 w 355997"/>
                    <a:gd name="connsiteY4" fmla="*/ 0 h 480502"/>
                    <a:gd name="connsiteX5" fmla="*/ 62447 w 355997"/>
                    <a:gd name="connsiteY5" fmla="*/ 0 h 480502"/>
                    <a:gd name="connsiteX6" fmla="*/ 62447 w 355997"/>
                    <a:gd name="connsiteY6" fmla="*/ 303430 h 480502"/>
                    <a:gd name="connsiteX7" fmla="*/ 90206 w 355997"/>
                    <a:gd name="connsiteY7" fmla="*/ 395437 h 480502"/>
                    <a:gd name="connsiteX8" fmla="*/ 179030 w 355997"/>
                    <a:gd name="connsiteY8" fmla="*/ 424254 h 480502"/>
                    <a:gd name="connsiteX9" fmla="*/ 268558 w 355997"/>
                    <a:gd name="connsiteY9" fmla="*/ 395437 h 480502"/>
                    <a:gd name="connsiteX10" fmla="*/ 296317 w 355997"/>
                    <a:gd name="connsiteY10" fmla="*/ 303430 h 480502"/>
                    <a:gd name="connsiteX11" fmla="*/ 296317 w 355997"/>
                    <a:gd name="connsiteY11" fmla="*/ 0 h 480502"/>
                    <a:gd name="connsiteX12" fmla="*/ 355998 w 355997"/>
                    <a:gd name="connsiteY12" fmla="*/ 0 h 480502"/>
                    <a:gd name="connsiteX13" fmla="*/ 355998 w 355997"/>
                    <a:gd name="connsiteY13" fmla="*/ 297883 h 480502"/>
                    <a:gd name="connsiteX14" fmla="*/ 313661 w 355997"/>
                    <a:gd name="connsiteY14" fmla="*/ 437108 h 4805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55997" h="480502">
                      <a:moveTo>
                        <a:pt x="313661" y="437108"/>
                      </a:moveTo>
                      <a:cubicBezTo>
                        <a:pt x="285433" y="466042"/>
                        <a:pt x="240342" y="480502"/>
                        <a:pt x="178338" y="480502"/>
                      </a:cubicBezTo>
                      <a:cubicBezTo>
                        <a:pt x="116334" y="480502"/>
                        <a:pt x="71127" y="466042"/>
                        <a:pt x="42676" y="437108"/>
                      </a:cubicBezTo>
                      <a:cubicBezTo>
                        <a:pt x="14225" y="408188"/>
                        <a:pt x="0" y="361767"/>
                        <a:pt x="0" y="297896"/>
                      </a:cubicBezTo>
                      <a:lnTo>
                        <a:pt x="0" y="0"/>
                      </a:lnTo>
                      <a:lnTo>
                        <a:pt x="62447" y="0"/>
                      </a:lnTo>
                      <a:lnTo>
                        <a:pt x="62447" y="303430"/>
                      </a:lnTo>
                      <a:cubicBezTo>
                        <a:pt x="62447" y="345558"/>
                        <a:pt x="71701" y="376227"/>
                        <a:pt x="90206" y="395437"/>
                      </a:cubicBezTo>
                      <a:cubicBezTo>
                        <a:pt x="108712" y="414661"/>
                        <a:pt x="138324" y="424254"/>
                        <a:pt x="179030" y="424254"/>
                      </a:cubicBezTo>
                      <a:cubicBezTo>
                        <a:pt x="220205" y="424254"/>
                        <a:pt x="250039" y="414661"/>
                        <a:pt x="268558" y="395437"/>
                      </a:cubicBezTo>
                      <a:cubicBezTo>
                        <a:pt x="287051" y="376240"/>
                        <a:pt x="296317" y="345571"/>
                        <a:pt x="296317" y="303430"/>
                      </a:cubicBezTo>
                      <a:lnTo>
                        <a:pt x="296317" y="0"/>
                      </a:lnTo>
                      <a:lnTo>
                        <a:pt x="355998" y="0"/>
                      </a:lnTo>
                      <a:lnTo>
                        <a:pt x="355998" y="297883"/>
                      </a:lnTo>
                      <a:cubicBezTo>
                        <a:pt x="355998" y="361767"/>
                        <a:pt x="341877" y="408175"/>
                        <a:pt x="313661" y="437108"/>
                      </a:cubicBez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89" name="Freeform: Shape 125">
                  <a:extLst>
                    <a:ext uri="{FF2B5EF4-FFF2-40B4-BE49-F238E27FC236}">
                      <a16:creationId xmlns:a16="http://schemas.microsoft.com/office/drawing/2014/main" id="{BCB3445C-E84B-458F-B51C-3B4BD3E4C110}"/>
                    </a:ext>
                  </a:extLst>
                </p:cNvPr>
                <p:cNvSpPr/>
                <p:nvPr/>
              </p:nvSpPr>
              <p:spPr bwMode="gray">
                <a:xfrm>
                  <a:off x="9568358" y="2507095"/>
                  <a:ext cx="299083" cy="472175"/>
                </a:xfrm>
                <a:custGeom>
                  <a:avLst/>
                  <a:gdLst>
                    <a:gd name="connsiteX0" fmla="*/ 0 w 299083"/>
                    <a:gd name="connsiteY0" fmla="*/ 472163 h 472175"/>
                    <a:gd name="connsiteX1" fmla="*/ 0 w 299083"/>
                    <a:gd name="connsiteY1" fmla="*/ 0 h 472175"/>
                    <a:gd name="connsiteX2" fmla="*/ 62447 w 299083"/>
                    <a:gd name="connsiteY2" fmla="*/ 0 h 472175"/>
                    <a:gd name="connsiteX3" fmla="*/ 62447 w 299083"/>
                    <a:gd name="connsiteY3" fmla="*/ 415927 h 472175"/>
                    <a:gd name="connsiteX4" fmla="*/ 299084 w 299083"/>
                    <a:gd name="connsiteY4" fmla="*/ 415927 h 472175"/>
                    <a:gd name="connsiteX5" fmla="*/ 299084 w 299083"/>
                    <a:gd name="connsiteY5" fmla="*/ 472176 h 472175"/>
                    <a:gd name="connsiteX6" fmla="*/ 0 w 299083"/>
                    <a:gd name="connsiteY6" fmla="*/ 472176 h 4721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99083" h="472175">
                      <a:moveTo>
                        <a:pt x="0" y="472163"/>
                      </a:moveTo>
                      <a:lnTo>
                        <a:pt x="0" y="0"/>
                      </a:lnTo>
                      <a:lnTo>
                        <a:pt x="62447" y="0"/>
                      </a:lnTo>
                      <a:lnTo>
                        <a:pt x="62447" y="415927"/>
                      </a:lnTo>
                      <a:lnTo>
                        <a:pt x="299084" y="415927"/>
                      </a:lnTo>
                      <a:lnTo>
                        <a:pt x="299084" y="472176"/>
                      </a:lnTo>
                      <a:lnTo>
                        <a:pt x="0" y="472176"/>
                      </a:ln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90" name="Freeform: Shape 126">
                  <a:extLst>
                    <a:ext uri="{FF2B5EF4-FFF2-40B4-BE49-F238E27FC236}">
                      <a16:creationId xmlns:a16="http://schemas.microsoft.com/office/drawing/2014/main" id="{65B4F852-FC84-45E1-9ABC-6DDF6C583CF0}"/>
                    </a:ext>
                  </a:extLst>
                </p:cNvPr>
                <p:cNvSpPr/>
                <p:nvPr/>
              </p:nvSpPr>
              <p:spPr bwMode="gray">
                <a:xfrm>
                  <a:off x="10265867" y="2507095"/>
                  <a:ext cx="341420" cy="472162"/>
                </a:xfrm>
                <a:custGeom>
                  <a:avLst/>
                  <a:gdLst>
                    <a:gd name="connsiteX0" fmla="*/ 0 w 341420"/>
                    <a:gd name="connsiteY0" fmla="*/ 472163 h 472162"/>
                    <a:gd name="connsiteX1" fmla="*/ 0 w 341420"/>
                    <a:gd name="connsiteY1" fmla="*/ 0 h 472162"/>
                    <a:gd name="connsiteX2" fmla="*/ 337257 w 341420"/>
                    <a:gd name="connsiteY2" fmla="*/ 0 h 472162"/>
                    <a:gd name="connsiteX3" fmla="*/ 337257 w 341420"/>
                    <a:gd name="connsiteY3" fmla="*/ 55544 h 472162"/>
                    <a:gd name="connsiteX4" fmla="*/ 62461 w 341420"/>
                    <a:gd name="connsiteY4" fmla="*/ 55544 h 472162"/>
                    <a:gd name="connsiteX5" fmla="*/ 62461 w 341420"/>
                    <a:gd name="connsiteY5" fmla="*/ 204140 h 472162"/>
                    <a:gd name="connsiteX6" fmla="*/ 298405 w 341420"/>
                    <a:gd name="connsiteY6" fmla="*/ 204140 h 472162"/>
                    <a:gd name="connsiteX7" fmla="*/ 298405 w 341420"/>
                    <a:gd name="connsiteY7" fmla="*/ 259684 h 472162"/>
                    <a:gd name="connsiteX8" fmla="*/ 62461 w 341420"/>
                    <a:gd name="connsiteY8" fmla="*/ 259684 h 472162"/>
                    <a:gd name="connsiteX9" fmla="*/ 62461 w 341420"/>
                    <a:gd name="connsiteY9" fmla="*/ 416606 h 472162"/>
                    <a:gd name="connsiteX10" fmla="*/ 341420 w 341420"/>
                    <a:gd name="connsiteY10" fmla="*/ 416606 h 472162"/>
                    <a:gd name="connsiteX11" fmla="*/ 341420 w 341420"/>
                    <a:gd name="connsiteY11" fmla="*/ 472150 h 472162"/>
                    <a:gd name="connsiteX12" fmla="*/ 0 w 341420"/>
                    <a:gd name="connsiteY12" fmla="*/ 472150 h 472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41420" h="472162">
                      <a:moveTo>
                        <a:pt x="0" y="472163"/>
                      </a:moveTo>
                      <a:lnTo>
                        <a:pt x="0" y="0"/>
                      </a:lnTo>
                      <a:lnTo>
                        <a:pt x="337257" y="0"/>
                      </a:lnTo>
                      <a:lnTo>
                        <a:pt x="337257" y="55544"/>
                      </a:lnTo>
                      <a:lnTo>
                        <a:pt x="62461" y="55544"/>
                      </a:lnTo>
                      <a:lnTo>
                        <a:pt x="62461" y="204140"/>
                      </a:lnTo>
                      <a:lnTo>
                        <a:pt x="298405" y="204140"/>
                      </a:lnTo>
                      <a:lnTo>
                        <a:pt x="298405" y="259684"/>
                      </a:lnTo>
                      <a:lnTo>
                        <a:pt x="62461" y="259684"/>
                      </a:lnTo>
                      <a:lnTo>
                        <a:pt x="62461" y="416606"/>
                      </a:lnTo>
                      <a:lnTo>
                        <a:pt x="341420" y="416606"/>
                      </a:lnTo>
                      <a:lnTo>
                        <a:pt x="341420" y="472150"/>
                      </a:lnTo>
                      <a:lnTo>
                        <a:pt x="0" y="472150"/>
                      </a:ln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</p:grpSp>
          <p:grpSp>
            <p:nvGrpSpPr>
              <p:cNvPr id="149" name="Graphic 3">
                <a:extLst>
                  <a:ext uri="{FF2B5EF4-FFF2-40B4-BE49-F238E27FC236}">
                    <a16:creationId xmlns:a16="http://schemas.microsoft.com/office/drawing/2014/main" id="{A3E46D5A-B33C-4979-9BD7-A8CDABF9CA72}"/>
                  </a:ext>
                </a:extLst>
              </p:cNvPr>
              <p:cNvGrpSpPr/>
              <p:nvPr/>
            </p:nvGrpSpPr>
            <p:grpSpPr bwMode="gray">
              <a:xfrm>
                <a:off x="3221861" y="4478474"/>
                <a:ext cx="7388088" cy="271651"/>
                <a:chOff x="3221861" y="4478474"/>
                <a:chExt cx="7388088" cy="271651"/>
              </a:xfrm>
              <a:solidFill>
                <a:srgbClr val="3D434B"/>
              </a:solidFill>
            </p:grpSpPr>
            <p:sp>
              <p:nvSpPr>
                <p:cNvPr id="154" name="Freeform: Shape 90">
                  <a:extLst>
                    <a:ext uri="{FF2B5EF4-FFF2-40B4-BE49-F238E27FC236}">
                      <a16:creationId xmlns:a16="http://schemas.microsoft.com/office/drawing/2014/main" id="{B62FD25D-8A0E-494D-9C18-D6801620E555}"/>
                    </a:ext>
                  </a:extLst>
                </p:cNvPr>
                <p:cNvSpPr/>
                <p:nvPr/>
              </p:nvSpPr>
              <p:spPr bwMode="gray">
                <a:xfrm>
                  <a:off x="3221861" y="4483107"/>
                  <a:ext cx="197810" cy="267018"/>
                </a:xfrm>
                <a:custGeom>
                  <a:avLst/>
                  <a:gdLst>
                    <a:gd name="connsiteX0" fmla="*/ 174319 w 197810"/>
                    <a:gd name="connsiteY0" fmla="*/ 242901 h 267018"/>
                    <a:gd name="connsiteX1" fmla="*/ 99120 w 197810"/>
                    <a:gd name="connsiteY1" fmla="*/ 267018 h 267018"/>
                    <a:gd name="connsiteX2" fmla="*/ 23726 w 197810"/>
                    <a:gd name="connsiteY2" fmla="*/ 242901 h 267018"/>
                    <a:gd name="connsiteX3" fmla="*/ 0 w 197810"/>
                    <a:gd name="connsiteY3" fmla="*/ 165536 h 267018"/>
                    <a:gd name="connsiteX4" fmla="*/ 0 w 197810"/>
                    <a:gd name="connsiteY4" fmla="*/ 0 h 267018"/>
                    <a:gd name="connsiteX5" fmla="*/ 34702 w 197810"/>
                    <a:gd name="connsiteY5" fmla="*/ 0 h 267018"/>
                    <a:gd name="connsiteX6" fmla="*/ 34702 w 197810"/>
                    <a:gd name="connsiteY6" fmla="*/ 168615 h 267018"/>
                    <a:gd name="connsiteX7" fmla="*/ 50128 w 197810"/>
                    <a:gd name="connsiteY7" fmla="*/ 219735 h 267018"/>
                    <a:gd name="connsiteX8" fmla="*/ 99486 w 197810"/>
                    <a:gd name="connsiteY8" fmla="*/ 235749 h 267018"/>
                    <a:gd name="connsiteX9" fmla="*/ 149222 w 197810"/>
                    <a:gd name="connsiteY9" fmla="*/ 219735 h 267018"/>
                    <a:gd name="connsiteX10" fmla="*/ 164648 w 197810"/>
                    <a:gd name="connsiteY10" fmla="*/ 168615 h 267018"/>
                    <a:gd name="connsiteX11" fmla="*/ 164648 w 197810"/>
                    <a:gd name="connsiteY11" fmla="*/ 0 h 267018"/>
                    <a:gd name="connsiteX12" fmla="*/ 197810 w 197810"/>
                    <a:gd name="connsiteY12" fmla="*/ 0 h 267018"/>
                    <a:gd name="connsiteX13" fmla="*/ 197810 w 197810"/>
                    <a:gd name="connsiteY13" fmla="*/ 165536 h 267018"/>
                    <a:gd name="connsiteX14" fmla="*/ 174319 w 197810"/>
                    <a:gd name="connsiteY14" fmla="*/ 242901 h 267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97810" h="267018">
                      <a:moveTo>
                        <a:pt x="174319" y="242901"/>
                      </a:moveTo>
                      <a:cubicBezTo>
                        <a:pt x="158632" y="258979"/>
                        <a:pt x="133561" y="267018"/>
                        <a:pt x="99120" y="267018"/>
                      </a:cubicBezTo>
                      <a:cubicBezTo>
                        <a:pt x="64666" y="267018"/>
                        <a:pt x="39544" y="258979"/>
                        <a:pt x="23726" y="242901"/>
                      </a:cubicBezTo>
                      <a:cubicBezTo>
                        <a:pt x="7909" y="226822"/>
                        <a:pt x="0" y="201034"/>
                        <a:pt x="0" y="165536"/>
                      </a:cubicBezTo>
                      <a:lnTo>
                        <a:pt x="0" y="0"/>
                      </a:lnTo>
                      <a:lnTo>
                        <a:pt x="34702" y="0"/>
                      </a:lnTo>
                      <a:lnTo>
                        <a:pt x="34702" y="168615"/>
                      </a:lnTo>
                      <a:cubicBezTo>
                        <a:pt x="34702" y="192029"/>
                        <a:pt x="39844" y="209073"/>
                        <a:pt x="50128" y="219735"/>
                      </a:cubicBezTo>
                      <a:cubicBezTo>
                        <a:pt x="60412" y="230424"/>
                        <a:pt x="76869" y="235749"/>
                        <a:pt x="99486" y="235749"/>
                      </a:cubicBezTo>
                      <a:cubicBezTo>
                        <a:pt x="122351" y="235749"/>
                        <a:pt x="138951" y="230411"/>
                        <a:pt x="149222" y="219735"/>
                      </a:cubicBezTo>
                      <a:cubicBezTo>
                        <a:pt x="159506" y="209073"/>
                        <a:pt x="164648" y="192029"/>
                        <a:pt x="164648" y="168615"/>
                      </a:cubicBezTo>
                      <a:lnTo>
                        <a:pt x="164648" y="0"/>
                      </a:lnTo>
                      <a:lnTo>
                        <a:pt x="197810" y="0"/>
                      </a:lnTo>
                      <a:lnTo>
                        <a:pt x="197810" y="165536"/>
                      </a:lnTo>
                      <a:cubicBezTo>
                        <a:pt x="197836" y="201034"/>
                        <a:pt x="189993" y="226822"/>
                        <a:pt x="174319" y="242901"/>
                      </a:cubicBez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55" name="Freeform: Shape 91">
                  <a:extLst>
                    <a:ext uri="{FF2B5EF4-FFF2-40B4-BE49-F238E27FC236}">
                      <a16:creationId xmlns:a16="http://schemas.microsoft.com/office/drawing/2014/main" id="{9EEEACCD-9EE0-48A1-B2E7-344F77E9F75D}"/>
                    </a:ext>
                  </a:extLst>
                </p:cNvPr>
                <p:cNvSpPr/>
                <p:nvPr/>
              </p:nvSpPr>
              <p:spPr bwMode="gray">
                <a:xfrm>
                  <a:off x="3525970" y="4483107"/>
                  <a:ext cx="207859" cy="262385"/>
                </a:xfrm>
                <a:custGeom>
                  <a:avLst/>
                  <a:gdLst>
                    <a:gd name="connsiteX0" fmla="*/ 0 w 207859"/>
                    <a:gd name="connsiteY0" fmla="*/ 262385 h 262385"/>
                    <a:gd name="connsiteX1" fmla="*/ 0 w 207859"/>
                    <a:gd name="connsiteY1" fmla="*/ 0 h 262385"/>
                    <a:gd name="connsiteX2" fmla="*/ 43642 w 207859"/>
                    <a:gd name="connsiteY2" fmla="*/ 0 h 262385"/>
                    <a:gd name="connsiteX3" fmla="*/ 174697 w 207859"/>
                    <a:gd name="connsiteY3" fmla="*/ 199885 h 262385"/>
                    <a:gd name="connsiteX4" fmla="*/ 174697 w 207859"/>
                    <a:gd name="connsiteY4" fmla="*/ 0 h 262385"/>
                    <a:gd name="connsiteX5" fmla="*/ 207859 w 207859"/>
                    <a:gd name="connsiteY5" fmla="*/ 0 h 262385"/>
                    <a:gd name="connsiteX6" fmla="*/ 207859 w 207859"/>
                    <a:gd name="connsiteY6" fmla="*/ 262385 h 262385"/>
                    <a:gd name="connsiteX7" fmla="*/ 175076 w 207859"/>
                    <a:gd name="connsiteY7" fmla="*/ 262385 h 262385"/>
                    <a:gd name="connsiteX8" fmla="*/ 33175 w 207859"/>
                    <a:gd name="connsiteY8" fmla="*/ 45925 h 262385"/>
                    <a:gd name="connsiteX9" fmla="*/ 33175 w 207859"/>
                    <a:gd name="connsiteY9" fmla="*/ 262385 h 262385"/>
                    <a:gd name="connsiteX10" fmla="*/ 0 w 207859"/>
                    <a:gd name="connsiteY10" fmla="*/ 262385 h 26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07859" h="262385">
                      <a:moveTo>
                        <a:pt x="0" y="262385"/>
                      </a:moveTo>
                      <a:lnTo>
                        <a:pt x="0" y="0"/>
                      </a:lnTo>
                      <a:lnTo>
                        <a:pt x="43642" y="0"/>
                      </a:lnTo>
                      <a:lnTo>
                        <a:pt x="174697" y="199885"/>
                      </a:lnTo>
                      <a:lnTo>
                        <a:pt x="174697" y="0"/>
                      </a:lnTo>
                      <a:lnTo>
                        <a:pt x="207859" y="0"/>
                      </a:lnTo>
                      <a:lnTo>
                        <a:pt x="207859" y="262385"/>
                      </a:lnTo>
                      <a:lnTo>
                        <a:pt x="175076" y="262385"/>
                      </a:lnTo>
                      <a:lnTo>
                        <a:pt x="33175" y="45925"/>
                      </a:lnTo>
                      <a:lnTo>
                        <a:pt x="33175" y="262385"/>
                      </a:lnTo>
                      <a:lnTo>
                        <a:pt x="0" y="262385"/>
                      </a:ln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56" name="Freeform: Shape 92">
                  <a:extLst>
                    <a:ext uri="{FF2B5EF4-FFF2-40B4-BE49-F238E27FC236}">
                      <a16:creationId xmlns:a16="http://schemas.microsoft.com/office/drawing/2014/main" id="{4A78676C-29B5-4577-A05D-53B253C5A69B}"/>
                    </a:ext>
                  </a:extLst>
                </p:cNvPr>
                <p:cNvSpPr/>
                <p:nvPr/>
              </p:nvSpPr>
              <p:spPr bwMode="gray">
                <a:xfrm>
                  <a:off x="3842463" y="4483107"/>
                  <a:ext cx="34702" cy="262385"/>
                </a:xfrm>
                <a:custGeom>
                  <a:avLst/>
                  <a:gdLst>
                    <a:gd name="connsiteX0" fmla="*/ 0 w 34702"/>
                    <a:gd name="connsiteY0" fmla="*/ 262385 h 262385"/>
                    <a:gd name="connsiteX1" fmla="*/ 0 w 34702"/>
                    <a:gd name="connsiteY1" fmla="*/ 0 h 262385"/>
                    <a:gd name="connsiteX2" fmla="*/ 34702 w 34702"/>
                    <a:gd name="connsiteY2" fmla="*/ 0 h 262385"/>
                    <a:gd name="connsiteX3" fmla="*/ 34702 w 34702"/>
                    <a:gd name="connsiteY3" fmla="*/ 262385 h 262385"/>
                    <a:gd name="connsiteX4" fmla="*/ 0 w 34702"/>
                    <a:gd name="connsiteY4" fmla="*/ 262385 h 26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702" h="262385">
                      <a:moveTo>
                        <a:pt x="0" y="262385"/>
                      </a:moveTo>
                      <a:lnTo>
                        <a:pt x="0" y="0"/>
                      </a:lnTo>
                      <a:lnTo>
                        <a:pt x="34702" y="0"/>
                      </a:lnTo>
                      <a:lnTo>
                        <a:pt x="34702" y="262385"/>
                      </a:lnTo>
                      <a:lnTo>
                        <a:pt x="0" y="262385"/>
                      </a:ln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57" name="Freeform: Shape 93">
                  <a:extLst>
                    <a:ext uri="{FF2B5EF4-FFF2-40B4-BE49-F238E27FC236}">
                      <a16:creationId xmlns:a16="http://schemas.microsoft.com/office/drawing/2014/main" id="{BADBF280-A13D-479E-A34D-A7ECC558C729}"/>
                    </a:ext>
                  </a:extLst>
                </p:cNvPr>
                <p:cNvSpPr/>
                <p:nvPr/>
              </p:nvSpPr>
              <p:spPr bwMode="gray">
                <a:xfrm>
                  <a:off x="3960377" y="4483107"/>
                  <a:ext cx="224825" cy="262385"/>
                </a:xfrm>
                <a:custGeom>
                  <a:avLst/>
                  <a:gdLst>
                    <a:gd name="connsiteX0" fmla="*/ 94070 w 224825"/>
                    <a:gd name="connsiteY0" fmla="*/ 262385 h 262385"/>
                    <a:gd name="connsiteX1" fmla="*/ 0 w 224825"/>
                    <a:gd name="connsiteY1" fmla="*/ 0 h 262385"/>
                    <a:gd name="connsiteX2" fmla="*/ 37025 w 224825"/>
                    <a:gd name="connsiteY2" fmla="*/ 0 h 262385"/>
                    <a:gd name="connsiteX3" fmla="*/ 113385 w 224825"/>
                    <a:gd name="connsiteY3" fmla="*/ 214306 h 262385"/>
                    <a:gd name="connsiteX4" fmla="*/ 189731 w 224825"/>
                    <a:gd name="connsiteY4" fmla="*/ 0 h 262385"/>
                    <a:gd name="connsiteX5" fmla="*/ 224825 w 224825"/>
                    <a:gd name="connsiteY5" fmla="*/ 0 h 262385"/>
                    <a:gd name="connsiteX6" fmla="*/ 130742 w 224825"/>
                    <a:gd name="connsiteY6" fmla="*/ 262385 h 262385"/>
                    <a:gd name="connsiteX7" fmla="*/ 94070 w 224825"/>
                    <a:gd name="connsiteY7" fmla="*/ 262385 h 26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4825" h="262385">
                      <a:moveTo>
                        <a:pt x="94070" y="262385"/>
                      </a:moveTo>
                      <a:lnTo>
                        <a:pt x="0" y="0"/>
                      </a:lnTo>
                      <a:lnTo>
                        <a:pt x="37025" y="0"/>
                      </a:lnTo>
                      <a:lnTo>
                        <a:pt x="113385" y="214306"/>
                      </a:lnTo>
                      <a:lnTo>
                        <a:pt x="189731" y="0"/>
                      </a:lnTo>
                      <a:lnTo>
                        <a:pt x="224825" y="0"/>
                      </a:lnTo>
                      <a:lnTo>
                        <a:pt x="130742" y="262385"/>
                      </a:lnTo>
                      <a:lnTo>
                        <a:pt x="94070" y="262385"/>
                      </a:ln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58" name="Freeform: Shape 94">
                  <a:extLst>
                    <a:ext uri="{FF2B5EF4-FFF2-40B4-BE49-F238E27FC236}">
                      <a16:creationId xmlns:a16="http://schemas.microsoft.com/office/drawing/2014/main" id="{2EA5C440-AF95-462F-BD25-C9E755090E5F}"/>
                    </a:ext>
                  </a:extLst>
                </p:cNvPr>
                <p:cNvSpPr/>
                <p:nvPr/>
              </p:nvSpPr>
              <p:spPr bwMode="gray">
                <a:xfrm>
                  <a:off x="4268413" y="4483107"/>
                  <a:ext cx="189731" cy="262385"/>
                </a:xfrm>
                <a:custGeom>
                  <a:avLst/>
                  <a:gdLst>
                    <a:gd name="connsiteX0" fmla="*/ 0 w 189731"/>
                    <a:gd name="connsiteY0" fmla="*/ 262385 h 262385"/>
                    <a:gd name="connsiteX1" fmla="*/ 0 w 189731"/>
                    <a:gd name="connsiteY1" fmla="*/ 0 h 262385"/>
                    <a:gd name="connsiteX2" fmla="*/ 187422 w 189731"/>
                    <a:gd name="connsiteY2" fmla="*/ 0 h 262385"/>
                    <a:gd name="connsiteX3" fmla="*/ 187422 w 189731"/>
                    <a:gd name="connsiteY3" fmla="*/ 30865 h 262385"/>
                    <a:gd name="connsiteX4" fmla="*/ 34715 w 189731"/>
                    <a:gd name="connsiteY4" fmla="*/ 30865 h 262385"/>
                    <a:gd name="connsiteX5" fmla="*/ 34715 w 189731"/>
                    <a:gd name="connsiteY5" fmla="*/ 113437 h 262385"/>
                    <a:gd name="connsiteX6" fmla="*/ 165836 w 189731"/>
                    <a:gd name="connsiteY6" fmla="*/ 113437 h 262385"/>
                    <a:gd name="connsiteX7" fmla="*/ 165836 w 189731"/>
                    <a:gd name="connsiteY7" fmla="*/ 144302 h 262385"/>
                    <a:gd name="connsiteX8" fmla="*/ 34715 w 189731"/>
                    <a:gd name="connsiteY8" fmla="*/ 144302 h 262385"/>
                    <a:gd name="connsiteX9" fmla="*/ 34715 w 189731"/>
                    <a:gd name="connsiteY9" fmla="*/ 231507 h 262385"/>
                    <a:gd name="connsiteX10" fmla="*/ 189732 w 189731"/>
                    <a:gd name="connsiteY10" fmla="*/ 231507 h 262385"/>
                    <a:gd name="connsiteX11" fmla="*/ 189732 w 189731"/>
                    <a:gd name="connsiteY11" fmla="*/ 262372 h 262385"/>
                    <a:gd name="connsiteX12" fmla="*/ 0 w 189731"/>
                    <a:gd name="connsiteY12" fmla="*/ 262372 h 26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89731" h="262385">
                      <a:moveTo>
                        <a:pt x="0" y="262385"/>
                      </a:moveTo>
                      <a:lnTo>
                        <a:pt x="0" y="0"/>
                      </a:lnTo>
                      <a:lnTo>
                        <a:pt x="187422" y="0"/>
                      </a:lnTo>
                      <a:lnTo>
                        <a:pt x="187422" y="30865"/>
                      </a:lnTo>
                      <a:lnTo>
                        <a:pt x="34715" y="30865"/>
                      </a:lnTo>
                      <a:lnTo>
                        <a:pt x="34715" y="113437"/>
                      </a:lnTo>
                      <a:lnTo>
                        <a:pt x="165836" y="113437"/>
                      </a:lnTo>
                      <a:lnTo>
                        <a:pt x="165836" y="144302"/>
                      </a:lnTo>
                      <a:lnTo>
                        <a:pt x="34715" y="144302"/>
                      </a:lnTo>
                      <a:lnTo>
                        <a:pt x="34715" y="231507"/>
                      </a:lnTo>
                      <a:lnTo>
                        <a:pt x="189732" y="231507"/>
                      </a:lnTo>
                      <a:lnTo>
                        <a:pt x="189732" y="262372"/>
                      </a:lnTo>
                      <a:lnTo>
                        <a:pt x="0" y="262372"/>
                      </a:ln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59" name="Freeform: Shape 95">
                  <a:extLst>
                    <a:ext uri="{FF2B5EF4-FFF2-40B4-BE49-F238E27FC236}">
                      <a16:creationId xmlns:a16="http://schemas.microsoft.com/office/drawing/2014/main" id="{5039F214-3DA5-478E-AEB5-737F59A8EB57}"/>
                    </a:ext>
                  </a:extLst>
                </p:cNvPr>
                <p:cNvSpPr/>
                <p:nvPr/>
              </p:nvSpPr>
              <p:spPr bwMode="gray">
                <a:xfrm>
                  <a:off x="4548195" y="4483107"/>
                  <a:ext cx="207062" cy="262385"/>
                </a:xfrm>
                <a:custGeom>
                  <a:avLst/>
                  <a:gdLst>
                    <a:gd name="connsiteX0" fmla="*/ 0 w 207062"/>
                    <a:gd name="connsiteY0" fmla="*/ 262385 h 262385"/>
                    <a:gd name="connsiteX1" fmla="*/ 0 w 207062"/>
                    <a:gd name="connsiteY1" fmla="*/ 0 h 262385"/>
                    <a:gd name="connsiteX2" fmla="*/ 102957 w 207062"/>
                    <a:gd name="connsiteY2" fmla="*/ 0 h 262385"/>
                    <a:gd name="connsiteX3" fmla="*/ 169855 w 207062"/>
                    <a:gd name="connsiteY3" fmla="*/ 18336 h 262385"/>
                    <a:gd name="connsiteX4" fmla="*/ 190867 w 207062"/>
                    <a:gd name="connsiteY4" fmla="*/ 76791 h 262385"/>
                    <a:gd name="connsiteX5" fmla="*/ 177568 w 207062"/>
                    <a:gd name="connsiteY5" fmla="*/ 126762 h 262385"/>
                    <a:gd name="connsiteX6" fmla="*/ 136106 w 207062"/>
                    <a:gd name="connsiteY6" fmla="*/ 150488 h 262385"/>
                    <a:gd name="connsiteX7" fmla="*/ 207063 w 207062"/>
                    <a:gd name="connsiteY7" fmla="*/ 262385 h 262385"/>
                    <a:gd name="connsiteX8" fmla="*/ 165797 w 207062"/>
                    <a:gd name="connsiteY8" fmla="*/ 262385 h 262385"/>
                    <a:gd name="connsiteX9" fmla="*/ 96341 w 207062"/>
                    <a:gd name="connsiteY9" fmla="*/ 153581 h 262385"/>
                    <a:gd name="connsiteX10" fmla="*/ 34689 w 207062"/>
                    <a:gd name="connsiteY10" fmla="*/ 153581 h 262385"/>
                    <a:gd name="connsiteX11" fmla="*/ 34689 w 207062"/>
                    <a:gd name="connsiteY11" fmla="*/ 262385 h 262385"/>
                    <a:gd name="connsiteX12" fmla="*/ 0 w 207062"/>
                    <a:gd name="connsiteY12" fmla="*/ 262385 h 262385"/>
                    <a:gd name="connsiteX13" fmla="*/ 34702 w 207062"/>
                    <a:gd name="connsiteY13" fmla="*/ 122703 h 262385"/>
                    <a:gd name="connsiteX14" fmla="*/ 101404 w 207062"/>
                    <a:gd name="connsiteY14" fmla="*/ 122703 h 262385"/>
                    <a:gd name="connsiteX15" fmla="*/ 143245 w 207062"/>
                    <a:gd name="connsiteY15" fmla="*/ 112289 h 262385"/>
                    <a:gd name="connsiteX16" fmla="*/ 155774 w 207062"/>
                    <a:gd name="connsiteY16" fmla="*/ 76791 h 262385"/>
                    <a:gd name="connsiteX17" fmla="*/ 143245 w 207062"/>
                    <a:gd name="connsiteY17" fmla="*/ 41293 h 262385"/>
                    <a:gd name="connsiteX18" fmla="*/ 101404 w 207062"/>
                    <a:gd name="connsiteY18" fmla="*/ 30878 h 262385"/>
                    <a:gd name="connsiteX19" fmla="*/ 34702 w 207062"/>
                    <a:gd name="connsiteY19" fmla="*/ 30878 h 262385"/>
                    <a:gd name="connsiteX20" fmla="*/ 34702 w 207062"/>
                    <a:gd name="connsiteY20" fmla="*/ 122703 h 26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207062" h="262385">
                      <a:moveTo>
                        <a:pt x="0" y="262385"/>
                      </a:moveTo>
                      <a:lnTo>
                        <a:pt x="0" y="0"/>
                      </a:lnTo>
                      <a:lnTo>
                        <a:pt x="102957" y="0"/>
                      </a:lnTo>
                      <a:cubicBezTo>
                        <a:pt x="133548" y="0"/>
                        <a:pt x="155839" y="6108"/>
                        <a:pt x="169855" y="18336"/>
                      </a:cubicBezTo>
                      <a:cubicBezTo>
                        <a:pt x="183872" y="30565"/>
                        <a:pt x="190867" y="50037"/>
                        <a:pt x="190867" y="76791"/>
                      </a:cubicBezTo>
                      <a:cubicBezTo>
                        <a:pt x="190867" y="98141"/>
                        <a:pt x="186430" y="114794"/>
                        <a:pt x="177568" y="126762"/>
                      </a:cubicBezTo>
                      <a:cubicBezTo>
                        <a:pt x="168707" y="138716"/>
                        <a:pt x="154886" y="146625"/>
                        <a:pt x="136106" y="150488"/>
                      </a:cubicBezTo>
                      <a:lnTo>
                        <a:pt x="207063" y="262385"/>
                      </a:lnTo>
                      <a:lnTo>
                        <a:pt x="165797" y="262385"/>
                      </a:lnTo>
                      <a:lnTo>
                        <a:pt x="96341" y="153581"/>
                      </a:lnTo>
                      <a:lnTo>
                        <a:pt x="34689" y="153581"/>
                      </a:lnTo>
                      <a:lnTo>
                        <a:pt x="34689" y="262385"/>
                      </a:lnTo>
                      <a:lnTo>
                        <a:pt x="0" y="262385"/>
                      </a:lnTo>
                      <a:close/>
                      <a:moveTo>
                        <a:pt x="34702" y="122703"/>
                      </a:moveTo>
                      <a:lnTo>
                        <a:pt x="101404" y="122703"/>
                      </a:lnTo>
                      <a:cubicBezTo>
                        <a:pt x="120941" y="122703"/>
                        <a:pt x="134893" y="119232"/>
                        <a:pt x="143245" y="112289"/>
                      </a:cubicBezTo>
                      <a:cubicBezTo>
                        <a:pt x="151597" y="105346"/>
                        <a:pt x="155774" y="93509"/>
                        <a:pt x="155774" y="76791"/>
                      </a:cubicBezTo>
                      <a:cubicBezTo>
                        <a:pt x="155774" y="60073"/>
                        <a:pt x="151584" y="48235"/>
                        <a:pt x="143245" y="41293"/>
                      </a:cubicBezTo>
                      <a:cubicBezTo>
                        <a:pt x="134893" y="34350"/>
                        <a:pt x="120928" y="30878"/>
                        <a:pt x="101404" y="30878"/>
                      </a:cubicBezTo>
                      <a:lnTo>
                        <a:pt x="34702" y="30878"/>
                      </a:lnTo>
                      <a:lnTo>
                        <a:pt x="34702" y="122703"/>
                      </a:ln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60" name="Freeform: Shape 96">
                  <a:extLst>
                    <a:ext uri="{FF2B5EF4-FFF2-40B4-BE49-F238E27FC236}">
                      <a16:creationId xmlns:a16="http://schemas.microsoft.com/office/drawing/2014/main" id="{A3AFA25B-3A7A-4414-AF3B-3B31F7FA9B43}"/>
                    </a:ext>
                  </a:extLst>
                </p:cNvPr>
                <p:cNvSpPr/>
                <p:nvPr/>
              </p:nvSpPr>
              <p:spPr bwMode="gray">
                <a:xfrm>
                  <a:off x="4828186" y="4478487"/>
                  <a:ext cx="184341" cy="271638"/>
                </a:xfrm>
                <a:custGeom>
                  <a:avLst/>
                  <a:gdLst>
                    <a:gd name="connsiteX0" fmla="*/ 87544 w 184341"/>
                    <a:gd name="connsiteY0" fmla="*/ 271638 h 271638"/>
                    <a:gd name="connsiteX1" fmla="*/ 0 w 184341"/>
                    <a:gd name="connsiteY1" fmla="*/ 249256 h 271638"/>
                    <a:gd name="connsiteX2" fmla="*/ 0 w 184341"/>
                    <a:gd name="connsiteY2" fmla="*/ 213758 h 271638"/>
                    <a:gd name="connsiteX3" fmla="*/ 88301 w 184341"/>
                    <a:gd name="connsiteY3" fmla="*/ 240773 h 271638"/>
                    <a:gd name="connsiteX4" fmla="*/ 149627 w 184341"/>
                    <a:gd name="connsiteY4" fmla="*/ 195239 h 271638"/>
                    <a:gd name="connsiteX5" fmla="*/ 138625 w 184341"/>
                    <a:gd name="connsiteY5" fmla="*/ 168942 h 271638"/>
                    <a:gd name="connsiteX6" fmla="*/ 97515 w 184341"/>
                    <a:gd name="connsiteY6" fmla="*/ 153007 h 271638"/>
                    <a:gd name="connsiteX7" fmla="*/ 68634 w 184341"/>
                    <a:gd name="connsiteY7" fmla="*/ 146234 h 271638"/>
                    <a:gd name="connsiteX8" fmla="*/ 18506 w 184341"/>
                    <a:gd name="connsiteY8" fmla="*/ 121346 h 271638"/>
                    <a:gd name="connsiteX9" fmla="*/ 3850 w 184341"/>
                    <a:gd name="connsiteY9" fmla="*/ 76778 h 271638"/>
                    <a:gd name="connsiteX10" fmla="*/ 96406 w 184341"/>
                    <a:gd name="connsiteY10" fmla="*/ 0 h 271638"/>
                    <a:gd name="connsiteX11" fmla="*/ 170064 w 184341"/>
                    <a:gd name="connsiteY11" fmla="*/ 16209 h 271638"/>
                    <a:gd name="connsiteX12" fmla="*/ 170064 w 184341"/>
                    <a:gd name="connsiteY12" fmla="*/ 51329 h 271638"/>
                    <a:gd name="connsiteX13" fmla="*/ 97567 w 184341"/>
                    <a:gd name="connsiteY13" fmla="*/ 30878 h 271638"/>
                    <a:gd name="connsiteX14" fmla="*/ 38565 w 184341"/>
                    <a:gd name="connsiteY14" fmla="*/ 74481 h 271638"/>
                    <a:gd name="connsiteX15" fmla="*/ 48784 w 184341"/>
                    <a:gd name="connsiteY15" fmla="*/ 99499 h 271638"/>
                    <a:gd name="connsiteX16" fmla="*/ 86017 w 184341"/>
                    <a:gd name="connsiteY16" fmla="*/ 114520 h 271638"/>
                    <a:gd name="connsiteX17" fmla="*/ 115708 w 184341"/>
                    <a:gd name="connsiteY17" fmla="*/ 121085 h 271638"/>
                    <a:gd name="connsiteX18" fmla="*/ 168524 w 184341"/>
                    <a:gd name="connsiteY18" fmla="*/ 146978 h 271638"/>
                    <a:gd name="connsiteX19" fmla="*/ 184342 w 184341"/>
                    <a:gd name="connsiteY19" fmla="*/ 194104 h 271638"/>
                    <a:gd name="connsiteX20" fmla="*/ 87544 w 184341"/>
                    <a:gd name="connsiteY20" fmla="*/ 271638 h 2716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84341" h="271638">
                      <a:moveTo>
                        <a:pt x="87544" y="271638"/>
                      </a:moveTo>
                      <a:cubicBezTo>
                        <a:pt x="48209" y="271638"/>
                        <a:pt x="19028" y="264173"/>
                        <a:pt x="0" y="249256"/>
                      </a:cubicBezTo>
                      <a:lnTo>
                        <a:pt x="0" y="213758"/>
                      </a:lnTo>
                      <a:cubicBezTo>
                        <a:pt x="24157" y="231768"/>
                        <a:pt x="53612" y="240773"/>
                        <a:pt x="88301" y="240773"/>
                      </a:cubicBezTo>
                      <a:cubicBezTo>
                        <a:pt x="129189" y="240773"/>
                        <a:pt x="149627" y="225595"/>
                        <a:pt x="149627" y="195239"/>
                      </a:cubicBezTo>
                      <a:cubicBezTo>
                        <a:pt x="149627" y="183715"/>
                        <a:pt x="145946" y="174958"/>
                        <a:pt x="138625" y="168942"/>
                      </a:cubicBezTo>
                      <a:cubicBezTo>
                        <a:pt x="131290" y="162926"/>
                        <a:pt x="117587" y="157614"/>
                        <a:pt x="97515" y="153007"/>
                      </a:cubicBezTo>
                      <a:lnTo>
                        <a:pt x="68634" y="146234"/>
                      </a:lnTo>
                      <a:cubicBezTo>
                        <a:pt x="44986" y="140831"/>
                        <a:pt x="28268" y="132530"/>
                        <a:pt x="18506" y="121346"/>
                      </a:cubicBezTo>
                      <a:cubicBezTo>
                        <a:pt x="8731" y="110161"/>
                        <a:pt x="3850" y="95310"/>
                        <a:pt x="3850" y="76778"/>
                      </a:cubicBezTo>
                      <a:cubicBezTo>
                        <a:pt x="3850" y="25593"/>
                        <a:pt x="34702" y="0"/>
                        <a:pt x="96406" y="0"/>
                      </a:cubicBezTo>
                      <a:cubicBezTo>
                        <a:pt x="130338" y="0"/>
                        <a:pt x="154886" y="5403"/>
                        <a:pt x="170064" y="16209"/>
                      </a:cubicBezTo>
                      <a:lnTo>
                        <a:pt x="170064" y="51329"/>
                      </a:lnTo>
                      <a:cubicBezTo>
                        <a:pt x="150775" y="37691"/>
                        <a:pt x="126618" y="30878"/>
                        <a:pt x="97567" y="30878"/>
                      </a:cubicBezTo>
                      <a:cubicBezTo>
                        <a:pt x="58232" y="30878"/>
                        <a:pt x="38565" y="45417"/>
                        <a:pt x="38565" y="74481"/>
                      </a:cubicBezTo>
                      <a:cubicBezTo>
                        <a:pt x="38565" y="85013"/>
                        <a:pt x="41958" y="93339"/>
                        <a:pt x="48784" y="99499"/>
                      </a:cubicBezTo>
                      <a:cubicBezTo>
                        <a:pt x="55596" y="105659"/>
                        <a:pt x="68007" y="110670"/>
                        <a:pt x="86017" y="114520"/>
                      </a:cubicBezTo>
                      <a:lnTo>
                        <a:pt x="115708" y="121085"/>
                      </a:lnTo>
                      <a:cubicBezTo>
                        <a:pt x="140374" y="126501"/>
                        <a:pt x="157992" y="135127"/>
                        <a:pt x="168524" y="146978"/>
                      </a:cubicBezTo>
                      <a:cubicBezTo>
                        <a:pt x="179069" y="158828"/>
                        <a:pt x="184342" y="174541"/>
                        <a:pt x="184342" y="194104"/>
                      </a:cubicBezTo>
                      <a:cubicBezTo>
                        <a:pt x="184342" y="245785"/>
                        <a:pt x="152067" y="271638"/>
                        <a:pt x="87544" y="271638"/>
                      </a:cubicBez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61" name="Freeform: Shape 97">
                  <a:extLst>
                    <a:ext uri="{FF2B5EF4-FFF2-40B4-BE49-F238E27FC236}">
                      <a16:creationId xmlns:a16="http://schemas.microsoft.com/office/drawing/2014/main" id="{0BA57D3F-7C96-4CE7-B07E-0177F7741FC4}"/>
                    </a:ext>
                  </a:extLst>
                </p:cNvPr>
                <p:cNvSpPr/>
                <p:nvPr/>
              </p:nvSpPr>
              <p:spPr bwMode="gray">
                <a:xfrm>
                  <a:off x="5103334" y="4483107"/>
                  <a:ext cx="34702" cy="262385"/>
                </a:xfrm>
                <a:custGeom>
                  <a:avLst/>
                  <a:gdLst>
                    <a:gd name="connsiteX0" fmla="*/ 0 w 34702"/>
                    <a:gd name="connsiteY0" fmla="*/ 262385 h 262385"/>
                    <a:gd name="connsiteX1" fmla="*/ 0 w 34702"/>
                    <a:gd name="connsiteY1" fmla="*/ 0 h 262385"/>
                    <a:gd name="connsiteX2" fmla="*/ 34702 w 34702"/>
                    <a:gd name="connsiteY2" fmla="*/ 0 h 262385"/>
                    <a:gd name="connsiteX3" fmla="*/ 34702 w 34702"/>
                    <a:gd name="connsiteY3" fmla="*/ 262385 h 262385"/>
                    <a:gd name="connsiteX4" fmla="*/ 0 w 34702"/>
                    <a:gd name="connsiteY4" fmla="*/ 262385 h 26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702" h="262385">
                      <a:moveTo>
                        <a:pt x="0" y="262385"/>
                      </a:moveTo>
                      <a:lnTo>
                        <a:pt x="0" y="0"/>
                      </a:lnTo>
                      <a:lnTo>
                        <a:pt x="34702" y="0"/>
                      </a:lnTo>
                      <a:lnTo>
                        <a:pt x="34702" y="262385"/>
                      </a:lnTo>
                      <a:lnTo>
                        <a:pt x="0" y="262385"/>
                      </a:ln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62" name="Freeform: Shape 98">
                  <a:extLst>
                    <a:ext uri="{FF2B5EF4-FFF2-40B4-BE49-F238E27FC236}">
                      <a16:creationId xmlns:a16="http://schemas.microsoft.com/office/drawing/2014/main" id="{798BDBCC-4ABC-4EDF-94C8-71C1F2F19EEB}"/>
                    </a:ext>
                  </a:extLst>
                </p:cNvPr>
                <p:cNvSpPr/>
                <p:nvPr/>
              </p:nvSpPr>
              <p:spPr bwMode="gray">
                <a:xfrm>
                  <a:off x="5222174" y="4483107"/>
                  <a:ext cx="202834" cy="262385"/>
                </a:xfrm>
                <a:custGeom>
                  <a:avLst/>
                  <a:gdLst>
                    <a:gd name="connsiteX0" fmla="*/ 84060 w 202834"/>
                    <a:gd name="connsiteY0" fmla="*/ 262385 h 262385"/>
                    <a:gd name="connsiteX1" fmla="*/ 84060 w 202834"/>
                    <a:gd name="connsiteY1" fmla="*/ 31256 h 262385"/>
                    <a:gd name="connsiteX2" fmla="*/ 0 w 202834"/>
                    <a:gd name="connsiteY2" fmla="*/ 31256 h 262385"/>
                    <a:gd name="connsiteX3" fmla="*/ 0 w 202834"/>
                    <a:gd name="connsiteY3" fmla="*/ 0 h 262385"/>
                    <a:gd name="connsiteX4" fmla="*/ 202834 w 202834"/>
                    <a:gd name="connsiteY4" fmla="*/ 0 h 262385"/>
                    <a:gd name="connsiteX5" fmla="*/ 202834 w 202834"/>
                    <a:gd name="connsiteY5" fmla="*/ 31256 h 262385"/>
                    <a:gd name="connsiteX6" fmla="*/ 118762 w 202834"/>
                    <a:gd name="connsiteY6" fmla="*/ 31256 h 262385"/>
                    <a:gd name="connsiteX7" fmla="*/ 118762 w 202834"/>
                    <a:gd name="connsiteY7" fmla="*/ 262385 h 262385"/>
                    <a:gd name="connsiteX8" fmla="*/ 84060 w 202834"/>
                    <a:gd name="connsiteY8" fmla="*/ 262385 h 26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2834" h="262385">
                      <a:moveTo>
                        <a:pt x="84060" y="262385"/>
                      </a:moveTo>
                      <a:lnTo>
                        <a:pt x="84060" y="31256"/>
                      </a:lnTo>
                      <a:lnTo>
                        <a:pt x="0" y="31256"/>
                      </a:lnTo>
                      <a:lnTo>
                        <a:pt x="0" y="0"/>
                      </a:lnTo>
                      <a:lnTo>
                        <a:pt x="202834" y="0"/>
                      </a:lnTo>
                      <a:lnTo>
                        <a:pt x="202834" y="31256"/>
                      </a:lnTo>
                      <a:lnTo>
                        <a:pt x="118762" y="31256"/>
                      </a:lnTo>
                      <a:lnTo>
                        <a:pt x="118762" y="262385"/>
                      </a:lnTo>
                      <a:lnTo>
                        <a:pt x="84060" y="262385"/>
                      </a:ln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63" name="Freeform: Shape 99">
                  <a:extLst>
                    <a:ext uri="{FF2B5EF4-FFF2-40B4-BE49-F238E27FC236}">
                      <a16:creationId xmlns:a16="http://schemas.microsoft.com/office/drawing/2014/main" id="{AA1372A7-6259-46B9-9759-8C7979AA464C}"/>
                    </a:ext>
                  </a:extLst>
                </p:cNvPr>
                <p:cNvSpPr/>
                <p:nvPr/>
              </p:nvSpPr>
              <p:spPr bwMode="gray">
                <a:xfrm>
                  <a:off x="5488644" y="4483107"/>
                  <a:ext cx="225582" cy="262385"/>
                </a:xfrm>
                <a:custGeom>
                  <a:avLst/>
                  <a:gdLst>
                    <a:gd name="connsiteX0" fmla="*/ 95636 w 225582"/>
                    <a:gd name="connsiteY0" fmla="*/ 262385 h 262385"/>
                    <a:gd name="connsiteX1" fmla="*/ 95636 w 225582"/>
                    <a:gd name="connsiteY1" fmla="*/ 152420 h 262385"/>
                    <a:gd name="connsiteX2" fmla="*/ 0 w 225582"/>
                    <a:gd name="connsiteY2" fmla="*/ 0 h 262385"/>
                    <a:gd name="connsiteX3" fmla="*/ 40875 w 225582"/>
                    <a:gd name="connsiteY3" fmla="*/ 0 h 262385"/>
                    <a:gd name="connsiteX4" fmla="*/ 114142 w 225582"/>
                    <a:gd name="connsiteY4" fmla="*/ 117496 h 262385"/>
                    <a:gd name="connsiteX5" fmla="*/ 187030 w 225582"/>
                    <a:gd name="connsiteY5" fmla="*/ 0 h 262385"/>
                    <a:gd name="connsiteX6" fmla="*/ 225582 w 225582"/>
                    <a:gd name="connsiteY6" fmla="*/ 0 h 262385"/>
                    <a:gd name="connsiteX7" fmla="*/ 130338 w 225582"/>
                    <a:gd name="connsiteY7" fmla="*/ 151650 h 262385"/>
                    <a:gd name="connsiteX8" fmla="*/ 130338 w 225582"/>
                    <a:gd name="connsiteY8" fmla="*/ 262385 h 262385"/>
                    <a:gd name="connsiteX9" fmla="*/ 95636 w 225582"/>
                    <a:gd name="connsiteY9" fmla="*/ 262385 h 26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25582" h="262385">
                      <a:moveTo>
                        <a:pt x="95636" y="262385"/>
                      </a:moveTo>
                      <a:lnTo>
                        <a:pt x="95636" y="152420"/>
                      </a:lnTo>
                      <a:lnTo>
                        <a:pt x="0" y="0"/>
                      </a:lnTo>
                      <a:lnTo>
                        <a:pt x="40875" y="0"/>
                      </a:lnTo>
                      <a:lnTo>
                        <a:pt x="114142" y="117496"/>
                      </a:lnTo>
                      <a:lnTo>
                        <a:pt x="187030" y="0"/>
                      </a:lnTo>
                      <a:lnTo>
                        <a:pt x="225582" y="0"/>
                      </a:lnTo>
                      <a:lnTo>
                        <a:pt x="130338" y="151650"/>
                      </a:lnTo>
                      <a:lnTo>
                        <a:pt x="130338" y="262385"/>
                      </a:lnTo>
                      <a:lnTo>
                        <a:pt x="95636" y="262385"/>
                      </a:ln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64" name="Freeform: Shape 100">
                  <a:extLst>
                    <a:ext uri="{FF2B5EF4-FFF2-40B4-BE49-F238E27FC236}">
                      <a16:creationId xmlns:a16="http://schemas.microsoft.com/office/drawing/2014/main" id="{586BE535-AC8A-4EFA-84B0-9A85E906812D}"/>
                    </a:ext>
                  </a:extLst>
                </p:cNvPr>
                <p:cNvSpPr/>
                <p:nvPr/>
              </p:nvSpPr>
              <p:spPr bwMode="gray">
                <a:xfrm>
                  <a:off x="5917452" y="4478474"/>
                  <a:ext cx="229836" cy="271651"/>
                </a:xfrm>
                <a:custGeom>
                  <a:avLst/>
                  <a:gdLst>
                    <a:gd name="connsiteX0" fmla="*/ 201686 w 229836"/>
                    <a:gd name="connsiteY0" fmla="*/ 238267 h 271651"/>
                    <a:gd name="connsiteX1" fmla="*/ 114912 w 229836"/>
                    <a:gd name="connsiteY1" fmla="*/ 271651 h 271651"/>
                    <a:gd name="connsiteX2" fmla="*/ 28150 w 229836"/>
                    <a:gd name="connsiteY2" fmla="*/ 238267 h 271651"/>
                    <a:gd name="connsiteX3" fmla="*/ 0 w 229836"/>
                    <a:gd name="connsiteY3" fmla="*/ 135819 h 271651"/>
                    <a:gd name="connsiteX4" fmla="*/ 28150 w 229836"/>
                    <a:gd name="connsiteY4" fmla="*/ 33371 h 271651"/>
                    <a:gd name="connsiteX5" fmla="*/ 114912 w 229836"/>
                    <a:gd name="connsiteY5" fmla="*/ 0 h 271651"/>
                    <a:gd name="connsiteX6" fmla="*/ 201686 w 229836"/>
                    <a:gd name="connsiteY6" fmla="*/ 33371 h 271651"/>
                    <a:gd name="connsiteX7" fmla="*/ 229836 w 229836"/>
                    <a:gd name="connsiteY7" fmla="*/ 135819 h 271651"/>
                    <a:gd name="connsiteX8" fmla="*/ 201686 w 229836"/>
                    <a:gd name="connsiteY8" fmla="*/ 238267 h 271651"/>
                    <a:gd name="connsiteX9" fmla="*/ 54578 w 229836"/>
                    <a:gd name="connsiteY9" fmla="*/ 215507 h 271651"/>
                    <a:gd name="connsiteX10" fmla="*/ 114925 w 229836"/>
                    <a:gd name="connsiteY10" fmla="*/ 240786 h 271651"/>
                    <a:gd name="connsiteX11" fmla="*/ 175285 w 229836"/>
                    <a:gd name="connsiteY11" fmla="*/ 215507 h 271651"/>
                    <a:gd name="connsiteX12" fmla="*/ 194365 w 229836"/>
                    <a:gd name="connsiteY12" fmla="*/ 135819 h 271651"/>
                    <a:gd name="connsiteX13" fmla="*/ 175285 w 229836"/>
                    <a:gd name="connsiteY13" fmla="*/ 56131 h 271651"/>
                    <a:gd name="connsiteX14" fmla="*/ 114925 w 229836"/>
                    <a:gd name="connsiteY14" fmla="*/ 30865 h 271651"/>
                    <a:gd name="connsiteX15" fmla="*/ 54578 w 229836"/>
                    <a:gd name="connsiteY15" fmla="*/ 56131 h 271651"/>
                    <a:gd name="connsiteX16" fmla="*/ 35498 w 229836"/>
                    <a:gd name="connsiteY16" fmla="*/ 135819 h 271651"/>
                    <a:gd name="connsiteX17" fmla="*/ 54578 w 229836"/>
                    <a:gd name="connsiteY17" fmla="*/ 215507 h 2716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29836" h="271651">
                      <a:moveTo>
                        <a:pt x="201686" y="238267"/>
                      </a:moveTo>
                      <a:cubicBezTo>
                        <a:pt x="182919" y="260519"/>
                        <a:pt x="153999" y="271651"/>
                        <a:pt x="114912" y="271651"/>
                      </a:cubicBezTo>
                      <a:cubicBezTo>
                        <a:pt x="75838" y="271651"/>
                        <a:pt x="46918" y="260519"/>
                        <a:pt x="28150" y="238267"/>
                      </a:cubicBezTo>
                      <a:cubicBezTo>
                        <a:pt x="9383" y="216029"/>
                        <a:pt x="0" y="181875"/>
                        <a:pt x="0" y="135819"/>
                      </a:cubicBezTo>
                      <a:cubicBezTo>
                        <a:pt x="0" y="89776"/>
                        <a:pt x="9383" y="55622"/>
                        <a:pt x="28150" y="33371"/>
                      </a:cubicBezTo>
                      <a:cubicBezTo>
                        <a:pt x="46904" y="11119"/>
                        <a:pt x="75838" y="0"/>
                        <a:pt x="114912" y="0"/>
                      </a:cubicBezTo>
                      <a:cubicBezTo>
                        <a:pt x="153999" y="0"/>
                        <a:pt x="182906" y="11119"/>
                        <a:pt x="201686" y="33371"/>
                      </a:cubicBezTo>
                      <a:cubicBezTo>
                        <a:pt x="220453" y="55622"/>
                        <a:pt x="229836" y="89776"/>
                        <a:pt x="229836" y="135819"/>
                      </a:cubicBezTo>
                      <a:cubicBezTo>
                        <a:pt x="229850" y="181875"/>
                        <a:pt x="220466" y="216029"/>
                        <a:pt x="201686" y="238267"/>
                      </a:cubicBezTo>
                      <a:close/>
                      <a:moveTo>
                        <a:pt x="54578" y="215507"/>
                      </a:moveTo>
                      <a:cubicBezTo>
                        <a:pt x="67302" y="232355"/>
                        <a:pt x="87414" y="240786"/>
                        <a:pt x="114925" y="240786"/>
                      </a:cubicBezTo>
                      <a:cubicBezTo>
                        <a:pt x="142436" y="240786"/>
                        <a:pt x="162560" y="232368"/>
                        <a:pt x="175285" y="215507"/>
                      </a:cubicBezTo>
                      <a:cubicBezTo>
                        <a:pt x="188009" y="198659"/>
                        <a:pt x="194365" y="172100"/>
                        <a:pt x="194365" y="135819"/>
                      </a:cubicBezTo>
                      <a:cubicBezTo>
                        <a:pt x="194365" y="99551"/>
                        <a:pt x="188009" y="72993"/>
                        <a:pt x="175285" y="56131"/>
                      </a:cubicBezTo>
                      <a:cubicBezTo>
                        <a:pt x="162560" y="39283"/>
                        <a:pt x="142436" y="30865"/>
                        <a:pt x="114925" y="30865"/>
                      </a:cubicBezTo>
                      <a:cubicBezTo>
                        <a:pt x="87414" y="30865"/>
                        <a:pt x="67302" y="39283"/>
                        <a:pt x="54578" y="56131"/>
                      </a:cubicBezTo>
                      <a:cubicBezTo>
                        <a:pt x="41853" y="72980"/>
                        <a:pt x="35498" y="99551"/>
                        <a:pt x="35498" y="135819"/>
                      </a:cubicBezTo>
                      <a:cubicBezTo>
                        <a:pt x="35498" y="172100"/>
                        <a:pt x="41853" y="198659"/>
                        <a:pt x="54578" y="215507"/>
                      </a:cubicBez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65" name="Freeform: Shape 101">
                  <a:extLst>
                    <a:ext uri="{FF2B5EF4-FFF2-40B4-BE49-F238E27FC236}">
                      <a16:creationId xmlns:a16="http://schemas.microsoft.com/office/drawing/2014/main" id="{880903AB-75AA-497A-A3CE-747B698CE68E}"/>
                    </a:ext>
                  </a:extLst>
                </p:cNvPr>
                <p:cNvSpPr/>
                <p:nvPr/>
              </p:nvSpPr>
              <p:spPr bwMode="gray">
                <a:xfrm>
                  <a:off x="6244399" y="4483107"/>
                  <a:ext cx="174305" cy="262385"/>
                </a:xfrm>
                <a:custGeom>
                  <a:avLst/>
                  <a:gdLst>
                    <a:gd name="connsiteX0" fmla="*/ 0 w 174305"/>
                    <a:gd name="connsiteY0" fmla="*/ 262385 h 262385"/>
                    <a:gd name="connsiteX1" fmla="*/ 0 w 174305"/>
                    <a:gd name="connsiteY1" fmla="*/ 0 h 262385"/>
                    <a:gd name="connsiteX2" fmla="*/ 174306 w 174305"/>
                    <a:gd name="connsiteY2" fmla="*/ 0 h 262385"/>
                    <a:gd name="connsiteX3" fmla="*/ 174306 w 174305"/>
                    <a:gd name="connsiteY3" fmla="*/ 30865 h 262385"/>
                    <a:gd name="connsiteX4" fmla="*/ 34702 w 174305"/>
                    <a:gd name="connsiteY4" fmla="*/ 30865 h 262385"/>
                    <a:gd name="connsiteX5" fmla="*/ 34702 w 174305"/>
                    <a:gd name="connsiteY5" fmla="*/ 114599 h 262385"/>
                    <a:gd name="connsiteX6" fmla="*/ 159636 w 174305"/>
                    <a:gd name="connsiteY6" fmla="*/ 114599 h 262385"/>
                    <a:gd name="connsiteX7" fmla="*/ 159636 w 174305"/>
                    <a:gd name="connsiteY7" fmla="*/ 145463 h 262385"/>
                    <a:gd name="connsiteX8" fmla="*/ 34702 w 174305"/>
                    <a:gd name="connsiteY8" fmla="*/ 145463 h 262385"/>
                    <a:gd name="connsiteX9" fmla="*/ 34702 w 174305"/>
                    <a:gd name="connsiteY9" fmla="*/ 262372 h 262385"/>
                    <a:gd name="connsiteX10" fmla="*/ 0 w 174305"/>
                    <a:gd name="connsiteY10" fmla="*/ 262372 h 26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74305" h="262385">
                      <a:moveTo>
                        <a:pt x="0" y="262385"/>
                      </a:moveTo>
                      <a:lnTo>
                        <a:pt x="0" y="0"/>
                      </a:lnTo>
                      <a:lnTo>
                        <a:pt x="174306" y="0"/>
                      </a:lnTo>
                      <a:lnTo>
                        <a:pt x="174306" y="30865"/>
                      </a:lnTo>
                      <a:lnTo>
                        <a:pt x="34702" y="30865"/>
                      </a:lnTo>
                      <a:lnTo>
                        <a:pt x="34702" y="114599"/>
                      </a:lnTo>
                      <a:lnTo>
                        <a:pt x="159636" y="114599"/>
                      </a:lnTo>
                      <a:lnTo>
                        <a:pt x="159636" y="145463"/>
                      </a:lnTo>
                      <a:lnTo>
                        <a:pt x="34702" y="145463"/>
                      </a:lnTo>
                      <a:lnTo>
                        <a:pt x="34702" y="262372"/>
                      </a:lnTo>
                      <a:lnTo>
                        <a:pt x="0" y="262372"/>
                      </a:ln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66" name="Freeform: Shape 102">
                  <a:extLst>
                    <a:ext uri="{FF2B5EF4-FFF2-40B4-BE49-F238E27FC236}">
                      <a16:creationId xmlns:a16="http://schemas.microsoft.com/office/drawing/2014/main" id="{1FA080CD-C4B5-449B-BED2-8E809DB9A8AF}"/>
                    </a:ext>
                  </a:extLst>
                </p:cNvPr>
                <p:cNvSpPr/>
                <p:nvPr/>
              </p:nvSpPr>
              <p:spPr bwMode="gray">
                <a:xfrm>
                  <a:off x="6618446" y="4483107"/>
                  <a:ext cx="243344" cy="262385"/>
                </a:xfrm>
                <a:custGeom>
                  <a:avLst/>
                  <a:gdLst>
                    <a:gd name="connsiteX0" fmla="*/ 0 w 243344"/>
                    <a:gd name="connsiteY0" fmla="*/ 262385 h 262385"/>
                    <a:gd name="connsiteX1" fmla="*/ 103741 w 243344"/>
                    <a:gd name="connsiteY1" fmla="*/ 0 h 262385"/>
                    <a:gd name="connsiteX2" fmla="*/ 139604 w 243344"/>
                    <a:gd name="connsiteY2" fmla="*/ 0 h 262385"/>
                    <a:gd name="connsiteX3" fmla="*/ 243344 w 243344"/>
                    <a:gd name="connsiteY3" fmla="*/ 262385 h 262385"/>
                    <a:gd name="connsiteX4" fmla="*/ 206320 w 243344"/>
                    <a:gd name="connsiteY4" fmla="*/ 262385 h 262385"/>
                    <a:gd name="connsiteX5" fmla="*/ 181562 w 243344"/>
                    <a:gd name="connsiteY5" fmla="*/ 197954 h 262385"/>
                    <a:gd name="connsiteX6" fmla="*/ 59864 w 243344"/>
                    <a:gd name="connsiteY6" fmla="*/ 197954 h 262385"/>
                    <a:gd name="connsiteX7" fmla="*/ 35107 w 243344"/>
                    <a:gd name="connsiteY7" fmla="*/ 262385 h 262385"/>
                    <a:gd name="connsiteX8" fmla="*/ 0 w 243344"/>
                    <a:gd name="connsiteY8" fmla="*/ 262385 h 262385"/>
                    <a:gd name="connsiteX9" fmla="*/ 72014 w 243344"/>
                    <a:gd name="connsiteY9" fmla="*/ 166305 h 262385"/>
                    <a:gd name="connsiteX10" fmla="*/ 169412 w 243344"/>
                    <a:gd name="connsiteY10" fmla="*/ 166305 h 262385"/>
                    <a:gd name="connsiteX11" fmla="*/ 120707 w 243344"/>
                    <a:gd name="connsiteY11" fmla="*/ 39557 h 262385"/>
                    <a:gd name="connsiteX12" fmla="*/ 72014 w 243344"/>
                    <a:gd name="connsiteY12" fmla="*/ 166305 h 26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43344" h="262385">
                      <a:moveTo>
                        <a:pt x="0" y="262385"/>
                      </a:moveTo>
                      <a:lnTo>
                        <a:pt x="103741" y="0"/>
                      </a:lnTo>
                      <a:lnTo>
                        <a:pt x="139604" y="0"/>
                      </a:lnTo>
                      <a:lnTo>
                        <a:pt x="243344" y="262385"/>
                      </a:lnTo>
                      <a:lnTo>
                        <a:pt x="206320" y="262385"/>
                      </a:lnTo>
                      <a:lnTo>
                        <a:pt x="181562" y="197954"/>
                      </a:lnTo>
                      <a:lnTo>
                        <a:pt x="59864" y="197954"/>
                      </a:lnTo>
                      <a:lnTo>
                        <a:pt x="35107" y="262385"/>
                      </a:lnTo>
                      <a:lnTo>
                        <a:pt x="0" y="262385"/>
                      </a:lnTo>
                      <a:close/>
                      <a:moveTo>
                        <a:pt x="72014" y="166305"/>
                      </a:moveTo>
                      <a:lnTo>
                        <a:pt x="169412" y="166305"/>
                      </a:lnTo>
                      <a:lnTo>
                        <a:pt x="120707" y="39557"/>
                      </a:lnTo>
                      <a:lnTo>
                        <a:pt x="72014" y="166305"/>
                      </a:ln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67" name="Freeform: Shape 103">
                  <a:extLst>
                    <a:ext uri="{FF2B5EF4-FFF2-40B4-BE49-F238E27FC236}">
                      <a16:creationId xmlns:a16="http://schemas.microsoft.com/office/drawing/2014/main" id="{F91A3C2E-716F-4E75-8D06-E1B4BAC662E6}"/>
                    </a:ext>
                  </a:extLst>
                </p:cNvPr>
                <p:cNvSpPr/>
                <p:nvPr/>
              </p:nvSpPr>
              <p:spPr bwMode="gray">
                <a:xfrm>
                  <a:off x="6944819" y="4483107"/>
                  <a:ext cx="195526" cy="262385"/>
                </a:xfrm>
                <a:custGeom>
                  <a:avLst/>
                  <a:gdLst>
                    <a:gd name="connsiteX0" fmla="*/ 0 w 195526"/>
                    <a:gd name="connsiteY0" fmla="*/ 262385 h 262385"/>
                    <a:gd name="connsiteX1" fmla="*/ 0 w 195526"/>
                    <a:gd name="connsiteY1" fmla="*/ 0 h 262385"/>
                    <a:gd name="connsiteX2" fmla="*/ 106051 w 195526"/>
                    <a:gd name="connsiteY2" fmla="*/ 0 h 262385"/>
                    <a:gd name="connsiteX3" fmla="*/ 174697 w 195526"/>
                    <a:gd name="connsiteY3" fmla="*/ 18715 h 262385"/>
                    <a:gd name="connsiteX4" fmla="*/ 195527 w 195526"/>
                    <a:gd name="connsiteY4" fmla="*/ 79870 h 262385"/>
                    <a:gd name="connsiteX5" fmla="*/ 174697 w 195526"/>
                    <a:gd name="connsiteY5" fmla="*/ 140831 h 262385"/>
                    <a:gd name="connsiteX6" fmla="*/ 106051 w 195526"/>
                    <a:gd name="connsiteY6" fmla="*/ 159350 h 262385"/>
                    <a:gd name="connsiteX7" fmla="*/ 34715 w 195526"/>
                    <a:gd name="connsiteY7" fmla="*/ 159350 h 262385"/>
                    <a:gd name="connsiteX8" fmla="*/ 34715 w 195526"/>
                    <a:gd name="connsiteY8" fmla="*/ 262372 h 262385"/>
                    <a:gd name="connsiteX9" fmla="*/ 0 w 195526"/>
                    <a:gd name="connsiteY9" fmla="*/ 262372 h 262385"/>
                    <a:gd name="connsiteX10" fmla="*/ 34702 w 195526"/>
                    <a:gd name="connsiteY10" fmla="*/ 128498 h 262385"/>
                    <a:gd name="connsiteX11" fmla="*/ 103715 w 195526"/>
                    <a:gd name="connsiteY11" fmla="*/ 128498 h 262385"/>
                    <a:gd name="connsiteX12" fmla="*/ 147487 w 195526"/>
                    <a:gd name="connsiteY12" fmla="*/ 117496 h 262385"/>
                    <a:gd name="connsiteX13" fmla="*/ 160407 w 195526"/>
                    <a:gd name="connsiteY13" fmla="*/ 79870 h 262385"/>
                    <a:gd name="connsiteX14" fmla="*/ 147487 w 195526"/>
                    <a:gd name="connsiteY14" fmla="*/ 42063 h 262385"/>
                    <a:gd name="connsiteX15" fmla="*/ 103715 w 195526"/>
                    <a:gd name="connsiteY15" fmla="*/ 30865 h 262385"/>
                    <a:gd name="connsiteX16" fmla="*/ 34702 w 195526"/>
                    <a:gd name="connsiteY16" fmla="*/ 30865 h 262385"/>
                    <a:gd name="connsiteX17" fmla="*/ 34702 w 195526"/>
                    <a:gd name="connsiteY17" fmla="*/ 128498 h 26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5526" h="262385">
                      <a:moveTo>
                        <a:pt x="0" y="262385"/>
                      </a:moveTo>
                      <a:lnTo>
                        <a:pt x="0" y="0"/>
                      </a:lnTo>
                      <a:lnTo>
                        <a:pt x="106051" y="0"/>
                      </a:lnTo>
                      <a:cubicBezTo>
                        <a:pt x="137920" y="0"/>
                        <a:pt x="160811" y="6238"/>
                        <a:pt x="174697" y="18715"/>
                      </a:cubicBezTo>
                      <a:cubicBezTo>
                        <a:pt x="188583" y="31191"/>
                        <a:pt x="195527" y="51577"/>
                        <a:pt x="195527" y="79870"/>
                      </a:cubicBezTo>
                      <a:cubicBezTo>
                        <a:pt x="195527" y="108178"/>
                        <a:pt x="188583" y="128484"/>
                        <a:pt x="174697" y="140831"/>
                      </a:cubicBezTo>
                      <a:cubicBezTo>
                        <a:pt x="160811" y="153190"/>
                        <a:pt x="137920" y="159350"/>
                        <a:pt x="106051" y="159350"/>
                      </a:cubicBezTo>
                      <a:lnTo>
                        <a:pt x="34715" y="159350"/>
                      </a:lnTo>
                      <a:lnTo>
                        <a:pt x="34715" y="262372"/>
                      </a:lnTo>
                      <a:lnTo>
                        <a:pt x="0" y="262372"/>
                      </a:lnTo>
                      <a:close/>
                      <a:moveTo>
                        <a:pt x="34702" y="128498"/>
                      </a:moveTo>
                      <a:lnTo>
                        <a:pt x="103715" y="128498"/>
                      </a:lnTo>
                      <a:cubicBezTo>
                        <a:pt x="124282" y="128498"/>
                        <a:pt x="138873" y="124831"/>
                        <a:pt x="147487" y="117496"/>
                      </a:cubicBezTo>
                      <a:cubicBezTo>
                        <a:pt x="156100" y="110161"/>
                        <a:pt x="160407" y="97633"/>
                        <a:pt x="160407" y="79870"/>
                      </a:cubicBezTo>
                      <a:cubicBezTo>
                        <a:pt x="160407" y="62109"/>
                        <a:pt x="156100" y="49527"/>
                        <a:pt x="147487" y="42063"/>
                      </a:cubicBezTo>
                      <a:cubicBezTo>
                        <a:pt x="138860" y="34611"/>
                        <a:pt x="124282" y="30865"/>
                        <a:pt x="103715" y="30865"/>
                      </a:cubicBezTo>
                      <a:lnTo>
                        <a:pt x="34702" y="30865"/>
                      </a:lnTo>
                      <a:lnTo>
                        <a:pt x="34702" y="128498"/>
                      </a:ln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68" name="Freeform: Shape 104">
                  <a:extLst>
                    <a:ext uri="{FF2B5EF4-FFF2-40B4-BE49-F238E27FC236}">
                      <a16:creationId xmlns:a16="http://schemas.microsoft.com/office/drawing/2014/main" id="{647A54B8-2BB2-4CBC-91C6-CA58ED468A2D}"/>
                    </a:ext>
                  </a:extLst>
                </p:cNvPr>
                <p:cNvSpPr/>
                <p:nvPr/>
              </p:nvSpPr>
              <p:spPr bwMode="gray">
                <a:xfrm>
                  <a:off x="7227394" y="4483107"/>
                  <a:ext cx="195526" cy="262385"/>
                </a:xfrm>
                <a:custGeom>
                  <a:avLst/>
                  <a:gdLst>
                    <a:gd name="connsiteX0" fmla="*/ 0 w 195526"/>
                    <a:gd name="connsiteY0" fmla="*/ 262385 h 262385"/>
                    <a:gd name="connsiteX1" fmla="*/ 0 w 195526"/>
                    <a:gd name="connsiteY1" fmla="*/ 0 h 262385"/>
                    <a:gd name="connsiteX2" fmla="*/ 106051 w 195526"/>
                    <a:gd name="connsiteY2" fmla="*/ 0 h 262385"/>
                    <a:gd name="connsiteX3" fmla="*/ 174697 w 195526"/>
                    <a:gd name="connsiteY3" fmla="*/ 18715 h 262385"/>
                    <a:gd name="connsiteX4" fmla="*/ 195527 w 195526"/>
                    <a:gd name="connsiteY4" fmla="*/ 79870 h 262385"/>
                    <a:gd name="connsiteX5" fmla="*/ 174697 w 195526"/>
                    <a:gd name="connsiteY5" fmla="*/ 140831 h 262385"/>
                    <a:gd name="connsiteX6" fmla="*/ 106051 w 195526"/>
                    <a:gd name="connsiteY6" fmla="*/ 159350 h 262385"/>
                    <a:gd name="connsiteX7" fmla="*/ 34715 w 195526"/>
                    <a:gd name="connsiteY7" fmla="*/ 159350 h 262385"/>
                    <a:gd name="connsiteX8" fmla="*/ 34715 w 195526"/>
                    <a:gd name="connsiteY8" fmla="*/ 262372 h 262385"/>
                    <a:gd name="connsiteX9" fmla="*/ 0 w 195526"/>
                    <a:gd name="connsiteY9" fmla="*/ 262372 h 262385"/>
                    <a:gd name="connsiteX10" fmla="*/ 34715 w 195526"/>
                    <a:gd name="connsiteY10" fmla="*/ 128498 h 262385"/>
                    <a:gd name="connsiteX11" fmla="*/ 103727 w 195526"/>
                    <a:gd name="connsiteY11" fmla="*/ 128498 h 262385"/>
                    <a:gd name="connsiteX12" fmla="*/ 147499 w 195526"/>
                    <a:gd name="connsiteY12" fmla="*/ 117496 h 262385"/>
                    <a:gd name="connsiteX13" fmla="*/ 160420 w 195526"/>
                    <a:gd name="connsiteY13" fmla="*/ 79870 h 262385"/>
                    <a:gd name="connsiteX14" fmla="*/ 147499 w 195526"/>
                    <a:gd name="connsiteY14" fmla="*/ 42063 h 262385"/>
                    <a:gd name="connsiteX15" fmla="*/ 103727 w 195526"/>
                    <a:gd name="connsiteY15" fmla="*/ 30865 h 262385"/>
                    <a:gd name="connsiteX16" fmla="*/ 34715 w 195526"/>
                    <a:gd name="connsiteY16" fmla="*/ 30865 h 262385"/>
                    <a:gd name="connsiteX17" fmla="*/ 34715 w 195526"/>
                    <a:gd name="connsiteY17" fmla="*/ 128498 h 26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5526" h="262385">
                      <a:moveTo>
                        <a:pt x="0" y="262385"/>
                      </a:moveTo>
                      <a:lnTo>
                        <a:pt x="0" y="0"/>
                      </a:lnTo>
                      <a:lnTo>
                        <a:pt x="106051" y="0"/>
                      </a:lnTo>
                      <a:cubicBezTo>
                        <a:pt x="137920" y="0"/>
                        <a:pt x="160811" y="6238"/>
                        <a:pt x="174697" y="18715"/>
                      </a:cubicBezTo>
                      <a:cubicBezTo>
                        <a:pt x="188583" y="31191"/>
                        <a:pt x="195527" y="51577"/>
                        <a:pt x="195527" y="79870"/>
                      </a:cubicBezTo>
                      <a:cubicBezTo>
                        <a:pt x="195527" y="108178"/>
                        <a:pt x="188583" y="128484"/>
                        <a:pt x="174697" y="140831"/>
                      </a:cubicBezTo>
                      <a:cubicBezTo>
                        <a:pt x="160811" y="153190"/>
                        <a:pt x="137920" y="159350"/>
                        <a:pt x="106051" y="159350"/>
                      </a:cubicBezTo>
                      <a:lnTo>
                        <a:pt x="34715" y="159350"/>
                      </a:lnTo>
                      <a:lnTo>
                        <a:pt x="34715" y="262372"/>
                      </a:lnTo>
                      <a:lnTo>
                        <a:pt x="0" y="262372"/>
                      </a:lnTo>
                      <a:close/>
                      <a:moveTo>
                        <a:pt x="34715" y="128498"/>
                      </a:moveTo>
                      <a:lnTo>
                        <a:pt x="103727" y="128498"/>
                      </a:lnTo>
                      <a:cubicBezTo>
                        <a:pt x="124296" y="128498"/>
                        <a:pt x="138886" y="124831"/>
                        <a:pt x="147499" y="117496"/>
                      </a:cubicBezTo>
                      <a:cubicBezTo>
                        <a:pt x="156113" y="110161"/>
                        <a:pt x="160420" y="97633"/>
                        <a:pt x="160420" y="79870"/>
                      </a:cubicBezTo>
                      <a:cubicBezTo>
                        <a:pt x="160420" y="62109"/>
                        <a:pt x="156113" y="49527"/>
                        <a:pt x="147499" y="42063"/>
                      </a:cubicBezTo>
                      <a:cubicBezTo>
                        <a:pt x="138873" y="34611"/>
                        <a:pt x="124296" y="30865"/>
                        <a:pt x="103727" y="30865"/>
                      </a:cubicBezTo>
                      <a:lnTo>
                        <a:pt x="34715" y="30865"/>
                      </a:lnTo>
                      <a:lnTo>
                        <a:pt x="34715" y="128498"/>
                      </a:ln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69" name="Freeform: Shape 105">
                  <a:extLst>
                    <a:ext uri="{FF2B5EF4-FFF2-40B4-BE49-F238E27FC236}">
                      <a16:creationId xmlns:a16="http://schemas.microsoft.com/office/drawing/2014/main" id="{12B4BC83-06F5-4908-990F-99F5A3BC1CD7}"/>
                    </a:ext>
                  </a:extLst>
                </p:cNvPr>
                <p:cNvSpPr/>
                <p:nvPr/>
              </p:nvSpPr>
              <p:spPr bwMode="gray">
                <a:xfrm>
                  <a:off x="7509982" y="4483107"/>
                  <a:ext cx="166187" cy="262385"/>
                </a:xfrm>
                <a:custGeom>
                  <a:avLst/>
                  <a:gdLst>
                    <a:gd name="connsiteX0" fmla="*/ 0 w 166187"/>
                    <a:gd name="connsiteY0" fmla="*/ 262385 h 262385"/>
                    <a:gd name="connsiteX1" fmla="*/ 0 w 166187"/>
                    <a:gd name="connsiteY1" fmla="*/ 0 h 262385"/>
                    <a:gd name="connsiteX2" fmla="*/ 34702 w 166187"/>
                    <a:gd name="connsiteY2" fmla="*/ 0 h 262385"/>
                    <a:gd name="connsiteX3" fmla="*/ 34702 w 166187"/>
                    <a:gd name="connsiteY3" fmla="*/ 231129 h 262385"/>
                    <a:gd name="connsiteX4" fmla="*/ 166188 w 166187"/>
                    <a:gd name="connsiteY4" fmla="*/ 231129 h 262385"/>
                    <a:gd name="connsiteX5" fmla="*/ 166188 w 166187"/>
                    <a:gd name="connsiteY5" fmla="*/ 262385 h 262385"/>
                    <a:gd name="connsiteX6" fmla="*/ 0 w 166187"/>
                    <a:gd name="connsiteY6" fmla="*/ 262385 h 26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6187" h="262385">
                      <a:moveTo>
                        <a:pt x="0" y="262385"/>
                      </a:moveTo>
                      <a:lnTo>
                        <a:pt x="0" y="0"/>
                      </a:lnTo>
                      <a:lnTo>
                        <a:pt x="34702" y="0"/>
                      </a:lnTo>
                      <a:lnTo>
                        <a:pt x="34702" y="231129"/>
                      </a:lnTo>
                      <a:lnTo>
                        <a:pt x="166188" y="231129"/>
                      </a:lnTo>
                      <a:lnTo>
                        <a:pt x="166188" y="262385"/>
                      </a:lnTo>
                      <a:lnTo>
                        <a:pt x="0" y="262385"/>
                      </a:ln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70" name="Freeform: Shape 106">
                  <a:extLst>
                    <a:ext uri="{FF2B5EF4-FFF2-40B4-BE49-F238E27FC236}">
                      <a16:creationId xmlns:a16="http://schemas.microsoft.com/office/drawing/2014/main" id="{EEEA1AE3-45FB-44A4-929D-354A3865FDA1}"/>
                    </a:ext>
                  </a:extLst>
                </p:cNvPr>
                <p:cNvSpPr/>
                <p:nvPr/>
              </p:nvSpPr>
              <p:spPr bwMode="gray">
                <a:xfrm>
                  <a:off x="7760334" y="4483107"/>
                  <a:ext cx="34702" cy="262385"/>
                </a:xfrm>
                <a:custGeom>
                  <a:avLst/>
                  <a:gdLst>
                    <a:gd name="connsiteX0" fmla="*/ 0 w 34702"/>
                    <a:gd name="connsiteY0" fmla="*/ 262385 h 262385"/>
                    <a:gd name="connsiteX1" fmla="*/ 0 w 34702"/>
                    <a:gd name="connsiteY1" fmla="*/ 0 h 262385"/>
                    <a:gd name="connsiteX2" fmla="*/ 34702 w 34702"/>
                    <a:gd name="connsiteY2" fmla="*/ 0 h 262385"/>
                    <a:gd name="connsiteX3" fmla="*/ 34702 w 34702"/>
                    <a:gd name="connsiteY3" fmla="*/ 262385 h 262385"/>
                    <a:gd name="connsiteX4" fmla="*/ 0 w 34702"/>
                    <a:gd name="connsiteY4" fmla="*/ 262385 h 26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702" h="262385">
                      <a:moveTo>
                        <a:pt x="0" y="262385"/>
                      </a:moveTo>
                      <a:lnTo>
                        <a:pt x="0" y="0"/>
                      </a:lnTo>
                      <a:lnTo>
                        <a:pt x="34702" y="0"/>
                      </a:lnTo>
                      <a:lnTo>
                        <a:pt x="34702" y="262385"/>
                      </a:lnTo>
                      <a:lnTo>
                        <a:pt x="0" y="262385"/>
                      </a:ln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71" name="Freeform: Shape 107">
                  <a:extLst>
                    <a:ext uri="{FF2B5EF4-FFF2-40B4-BE49-F238E27FC236}">
                      <a16:creationId xmlns:a16="http://schemas.microsoft.com/office/drawing/2014/main" id="{939B4CE7-22EF-4F40-9A2D-F5B4840FEC7C}"/>
                    </a:ext>
                  </a:extLst>
                </p:cNvPr>
                <p:cNvSpPr/>
                <p:nvPr/>
              </p:nvSpPr>
              <p:spPr bwMode="gray">
                <a:xfrm>
                  <a:off x="7903853" y="4483107"/>
                  <a:ext cx="189718" cy="262385"/>
                </a:xfrm>
                <a:custGeom>
                  <a:avLst/>
                  <a:gdLst>
                    <a:gd name="connsiteX0" fmla="*/ 0 w 189718"/>
                    <a:gd name="connsiteY0" fmla="*/ 262385 h 262385"/>
                    <a:gd name="connsiteX1" fmla="*/ 0 w 189718"/>
                    <a:gd name="connsiteY1" fmla="*/ 0 h 262385"/>
                    <a:gd name="connsiteX2" fmla="*/ 187409 w 189718"/>
                    <a:gd name="connsiteY2" fmla="*/ 0 h 262385"/>
                    <a:gd name="connsiteX3" fmla="*/ 187409 w 189718"/>
                    <a:gd name="connsiteY3" fmla="*/ 30865 h 262385"/>
                    <a:gd name="connsiteX4" fmla="*/ 34702 w 189718"/>
                    <a:gd name="connsiteY4" fmla="*/ 30865 h 262385"/>
                    <a:gd name="connsiteX5" fmla="*/ 34702 w 189718"/>
                    <a:gd name="connsiteY5" fmla="*/ 113437 h 262385"/>
                    <a:gd name="connsiteX6" fmla="*/ 165809 w 189718"/>
                    <a:gd name="connsiteY6" fmla="*/ 113437 h 262385"/>
                    <a:gd name="connsiteX7" fmla="*/ 165809 w 189718"/>
                    <a:gd name="connsiteY7" fmla="*/ 144302 h 262385"/>
                    <a:gd name="connsiteX8" fmla="*/ 34702 w 189718"/>
                    <a:gd name="connsiteY8" fmla="*/ 144302 h 262385"/>
                    <a:gd name="connsiteX9" fmla="*/ 34702 w 189718"/>
                    <a:gd name="connsiteY9" fmla="*/ 231507 h 262385"/>
                    <a:gd name="connsiteX10" fmla="*/ 189719 w 189718"/>
                    <a:gd name="connsiteY10" fmla="*/ 231507 h 262385"/>
                    <a:gd name="connsiteX11" fmla="*/ 189719 w 189718"/>
                    <a:gd name="connsiteY11" fmla="*/ 262372 h 262385"/>
                    <a:gd name="connsiteX12" fmla="*/ 0 w 189718"/>
                    <a:gd name="connsiteY12" fmla="*/ 262372 h 26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89718" h="262385">
                      <a:moveTo>
                        <a:pt x="0" y="262385"/>
                      </a:moveTo>
                      <a:lnTo>
                        <a:pt x="0" y="0"/>
                      </a:lnTo>
                      <a:lnTo>
                        <a:pt x="187409" y="0"/>
                      </a:lnTo>
                      <a:lnTo>
                        <a:pt x="187409" y="30865"/>
                      </a:lnTo>
                      <a:lnTo>
                        <a:pt x="34702" y="30865"/>
                      </a:lnTo>
                      <a:lnTo>
                        <a:pt x="34702" y="113437"/>
                      </a:lnTo>
                      <a:lnTo>
                        <a:pt x="165809" y="113437"/>
                      </a:lnTo>
                      <a:lnTo>
                        <a:pt x="165809" y="144302"/>
                      </a:lnTo>
                      <a:lnTo>
                        <a:pt x="34702" y="144302"/>
                      </a:lnTo>
                      <a:lnTo>
                        <a:pt x="34702" y="231507"/>
                      </a:lnTo>
                      <a:lnTo>
                        <a:pt x="189719" y="231507"/>
                      </a:lnTo>
                      <a:lnTo>
                        <a:pt x="189719" y="262372"/>
                      </a:lnTo>
                      <a:lnTo>
                        <a:pt x="0" y="262372"/>
                      </a:ln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72" name="Freeform: Shape 108">
                  <a:extLst>
                    <a:ext uri="{FF2B5EF4-FFF2-40B4-BE49-F238E27FC236}">
                      <a16:creationId xmlns:a16="http://schemas.microsoft.com/office/drawing/2014/main" id="{B01511CB-BDE8-4B26-AC94-FA7BE2DA0CB7}"/>
                    </a:ext>
                  </a:extLst>
                </p:cNvPr>
                <p:cNvSpPr/>
                <p:nvPr/>
              </p:nvSpPr>
              <p:spPr bwMode="gray">
                <a:xfrm>
                  <a:off x="8183635" y="4483107"/>
                  <a:ext cx="201673" cy="262385"/>
                </a:xfrm>
                <a:custGeom>
                  <a:avLst/>
                  <a:gdLst>
                    <a:gd name="connsiteX0" fmla="*/ 0 w 201673"/>
                    <a:gd name="connsiteY0" fmla="*/ 262385 h 262385"/>
                    <a:gd name="connsiteX1" fmla="*/ 0 w 201673"/>
                    <a:gd name="connsiteY1" fmla="*/ 0 h 262385"/>
                    <a:gd name="connsiteX2" fmla="*/ 81750 w 201673"/>
                    <a:gd name="connsiteY2" fmla="*/ 0 h 262385"/>
                    <a:gd name="connsiteX3" fmla="*/ 173719 w 201673"/>
                    <a:gd name="connsiteY3" fmla="*/ 30669 h 262385"/>
                    <a:gd name="connsiteX4" fmla="*/ 201673 w 201673"/>
                    <a:gd name="connsiteY4" fmla="*/ 131186 h 262385"/>
                    <a:gd name="connsiteX5" fmla="*/ 173719 w 201673"/>
                    <a:gd name="connsiteY5" fmla="*/ 231703 h 262385"/>
                    <a:gd name="connsiteX6" fmla="*/ 81750 w 201673"/>
                    <a:gd name="connsiteY6" fmla="*/ 262372 h 262385"/>
                    <a:gd name="connsiteX7" fmla="*/ 0 w 201673"/>
                    <a:gd name="connsiteY7" fmla="*/ 262372 h 262385"/>
                    <a:gd name="connsiteX8" fmla="*/ 34702 w 201673"/>
                    <a:gd name="connsiteY8" fmla="*/ 231520 h 262385"/>
                    <a:gd name="connsiteX9" fmla="*/ 79440 w 201673"/>
                    <a:gd name="connsiteY9" fmla="*/ 231520 h 262385"/>
                    <a:gd name="connsiteX10" fmla="*/ 147108 w 201673"/>
                    <a:gd name="connsiteY10" fmla="*/ 209334 h 262385"/>
                    <a:gd name="connsiteX11" fmla="*/ 166189 w 201673"/>
                    <a:gd name="connsiteY11" fmla="*/ 131199 h 262385"/>
                    <a:gd name="connsiteX12" fmla="*/ 147108 w 201673"/>
                    <a:gd name="connsiteY12" fmla="*/ 53065 h 262385"/>
                    <a:gd name="connsiteX13" fmla="*/ 79440 w 201673"/>
                    <a:gd name="connsiteY13" fmla="*/ 30878 h 262385"/>
                    <a:gd name="connsiteX14" fmla="*/ 34702 w 201673"/>
                    <a:gd name="connsiteY14" fmla="*/ 30878 h 262385"/>
                    <a:gd name="connsiteX15" fmla="*/ 34702 w 201673"/>
                    <a:gd name="connsiteY15" fmla="*/ 231520 h 26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01673" h="262385">
                      <a:moveTo>
                        <a:pt x="0" y="262385"/>
                      </a:moveTo>
                      <a:lnTo>
                        <a:pt x="0" y="0"/>
                      </a:lnTo>
                      <a:lnTo>
                        <a:pt x="81750" y="0"/>
                      </a:lnTo>
                      <a:cubicBezTo>
                        <a:pt x="124413" y="0"/>
                        <a:pt x="155069" y="10219"/>
                        <a:pt x="173719" y="30669"/>
                      </a:cubicBezTo>
                      <a:cubicBezTo>
                        <a:pt x="192355" y="51120"/>
                        <a:pt x="201673" y="84634"/>
                        <a:pt x="201673" y="131186"/>
                      </a:cubicBezTo>
                      <a:cubicBezTo>
                        <a:pt x="201673" y="177751"/>
                        <a:pt x="192355" y="211252"/>
                        <a:pt x="173719" y="231703"/>
                      </a:cubicBezTo>
                      <a:cubicBezTo>
                        <a:pt x="155069" y="252153"/>
                        <a:pt x="124413" y="262372"/>
                        <a:pt x="81750" y="262372"/>
                      </a:cubicBezTo>
                      <a:lnTo>
                        <a:pt x="0" y="262372"/>
                      </a:lnTo>
                      <a:close/>
                      <a:moveTo>
                        <a:pt x="34702" y="231520"/>
                      </a:moveTo>
                      <a:lnTo>
                        <a:pt x="79440" y="231520"/>
                      </a:lnTo>
                      <a:cubicBezTo>
                        <a:pt x="111832" y="231520"/>
                        <a:pt x="134396" y="224120"/>
                        <a:pt x="147108" y="209334"/>
                      </a:cubicBezTo>
                      <a:cubicBezTo>
                        <a:pt x="159833" y="194547"/>
                        <a:pt x="166189" y="168511"/>
                        <a:pt x="166189" y="131199"/>
                      </a:cubicBezTo>
                      <a:cubicBezTo>
                        <a:pt x="166189" y="93900"/>
                        <a:pt x="159833" y="67864"/>
                        <a:pt x="147108" y="53065"/>
                      </a:cubicBezTo>
                      <a:cubicBezTo>
                        <a:pt x="134384" y="38278"/>
                        <a:pt x="111819" y="30878"/>
                        <a:pt x="79440" y="30878"/>
                      </a:cubicBezTo>
                      <a:lnTo>
                        <a:pt x="34702" y="30878"/>
                      </a:lnTo>
                      <a:lnTo>
                        <a:pt x="34702" y="231520"/>
                      </a:ln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73" name="Freeform: Shape 109">
                  <a:extLst>
                    <a:ext uri="{FF2B5EF4-FFF2-40B4-BE49-F238E27FC236}">
                      <a16:creationId xmlns:a16="http://schemas.microsoft.com/office/drawing/2014/main" id="{F561F61A-8CD1-4A47-AE08-C65C15DBF59C}"/>
                    </a:ext>
                  </a:extLst>
                </p:cNvPr>
                <p:cNvSpPr/>
                <p:nvPr/>
              </p:nvSpPr>
              <p:spPr bwMode="gray">
                <a:xfrm>
                  <a:off x="8612430" y="4478487"/>
                  <a:ext cx="184341" cy="271638"/>
                </a:xfrm>
                <a:custGeom>
                  <a:avLst/>
                  <a:gdLst>
                    <a:gd name="connsiteX0" fmla="*/ 87544 w 184341"/>
                    <a:gd name="connsiteY0" fmla="*/ 271638 h 271638"/>
                    <a:gd name="connsiteX1" fmla="*/ 0 w 184341"/>
                    <a:gd name="connsiteY1" fmla="*/ 249256 h 271638"/>
                    <a:gd name="connsiteX2" fmla="*/ 0 w 184341"/>
                    <a:gd name="connsiteY2" fmla="*/ 213758 h 271638"/>
                    <a:gd name="connsiteX3" fmla="*/ 88302 w 184341"/>
                    <a:gd name="connsiteY3" fmla="*/ 240773 h 271638"/>
                    <a:gd name="connsiteX4" fmla="*/ 149627 w 184341"/>
                    <a:gd name="connsiteY4" fmla="*/ 195239 h 271638"/>
                    <a:gd name="connsiteX5" fmla="*/ 138625 w 184341"/>
                    <a:gd name="connsiteY5" fmla="*/ 168942 h 271638"/>
                    <a:gd name="connsiteX6" fmla="*/ 97515 w 184341"/>
                    <a:gd name="connsiteY6" fmla="*/ 153007 h 271638"/>
                    <a:gd name="connsiteX7" fmla="*/ 68634 w 184341"/>
                    <a:gd name="connsiteY7" fmla="*/ 146234 h 271638"/>
                    <a:gd name="connsiteX8" fmla="*/ 18506 w 184341"/>
                    <a:gd name="connsiteY8" fmla="*/ 121346 h 271638"/>
                    <a:gd name="connsiteX9" fmla="*/ 3850 w 184341"/>
                    <a:gd name="connsiteY9" fmla="*/ 76778 h 271638"/>
                    <a:gd name="connsiteX10" fmla="*/ 96406 w 184341"/>
                    <a:gd name="connsiteY10" fmla="*/ 0 h 271638"/>
                    <a:gd name="connsiteX11" fmla="*/ 170064 w 184341"/>
                    <a:gd name="connsiteY11" fmla="*/ 16209 h 271638"/>
                    <a:gd name="connsiteX12" fmla="*/ 170064 w 184341"/>
                    <a:gd name="connsiteY12" fmla="*/ 51329 h 271638"/>
                    <a:gd name="connsiteX13" fmla="*/ 97568 w 184341"/>
                    <a:gd name="connsiteY13" fmla="*/ 30878 h 271638"/>
                    <a:gd name="connsiteX14" fmla="*/ 38565 w 184341"/>
                    <a:gd name="connsiteY14" fmla="*/ 74481 h 271638"/>
                    <a:gd name="connsiteX15" fmla="*/ 48784 w 184341"/>
                    <a:gd name="connsiteY15" fmla="*/ 99499 h 271638"/>
                    <a:gd name="connsiteX16" fmla="*/ 86018 w 184341"/>
                    <a:gd name="connsiteY16" fmla="*/ 114520 h 271638"/>
                    <a:gd name="connsiteX17" fmla="*/ 115708 w 184341"/>
                    <a:gd name="connsiteY17" fmla="*/ 121085 h 271638"/>
                    <a:gd name="connsiteX18" fmla="*/ 168524 w 184341"/>
                    <a:gd name="connsiteY18" fmla="*/ 146978 h 271638"/>
                    <a:gd name="connsiteX19" fmla="*/ 184342 w 184341"/>
                    <a:gd name="connsiteY19" fmla="*/ 194104 h 271638"/>
                    <a:gd name="connsiteX20" fmla="*/ 87544 w 184341"/>
                    <a:gd name="connsiteY20" fmla="*/ 271638 h 2716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84341" h="271638">
                      <a:moveTo>
                        <a:pt x="87544" y="271638"/>
                      </a:moveTo>
                      <a:cubicBezTo>
                        <a:pt x="48209" y="271638"/>
                        <a:pt x="19028" y="264173"/>
                        <a:pt x="0" y="249256"/>
                      </a:cubicBezTo>
                      <a:lnTo>
                        <a:pt x="0" y="213758"/>
                      </a:lnTo>
                      <a:cubicBezTo>
                        <a:pt x="24157" y="231768"/>
                        <a:pt x="53613" y="240773"/>
                        <a:pt x="88302" y="240773"/>
                      </a:cubicBezTo>
                      <a:cubicBezTo>
                        <a:pt x="129190" y="240773"/>
                        <a:pt x="149627" y="225595"/>
                        <a:pt x="149627" y="195239"/>
                      </a:cubicBezTo>
                      <a:cubicBezTo>
                        <a:pt x="149627" y="183715"/>
                        <a:pt x="145947" y="174958"/>
                        <a:pt x="138625" y="168942"/>
                      </a:cubicBezTo>
                      <a:cubicBezTo>
                        <a:pt x="131291" y="162926"/>
                        <a:pt x="117587" y="157614"/>
                        <a:pt x="97515" y="153007"/>
                      </a:cubicBezTo>
                      <a:lnTo>
                        <a:pt x="68634" y="146234"/>
                      </a:lnTo>
                      <a:cubicBezTo>
                        <a:pt x="44973" y="140831"/>
                        <a:pt x="28268" y="132530"/>
                        <a:pt x="18506" y="121346"/>
                      </a:cubicBezTo>
                      <a:cubicBezTo>
                        <a:pt x="8731" y="110161"/>
                        <a:pt x="3850" y="95310"/>
                        <a:pt x="3850" y="76778"/>
                      </a:cubicBezTo>
                      <a:cubicBezTo>
                        <a:pt x="3850" y="25593"/>
                        <a:pt x="34702" y="0"/>
                        <a:pt x="96406" y="0"/>
                      </a:cubicBezTo>
                      <a:cubicBezTo>
                        <a:pt x="130338" y="0"/>
                        <a:pt x="154886" y="5403"/>
                        <a:pt x="170064" y="16209"/>
                      </a:cubicBezTo>
                      <a:lnTo>
                        <a:pt x="170064" y="51329"/>
                      </a:lnTo>
                      <a:cubicBezTo>
                        <a:pt x="150776" y="37691"/>
                        <a:pt x="126618" y="30878"/>
                        <a:pt x="97568" y="30878"/>
                      </a:cubicBezTo>
                      <a:cubicBezTo>
                        <a:pt x="58233" y="30878"/>
                        <a:pt x="38565" y="45417"/>
                        <a:pt x="38565" y="74481"/>
                      </a:cubicBezTo>
                      <a:cubicBezTo>
                        <a:pt x="38565" y="85013"/>
                        <a:pt x="41958" y="93339"/>
                        <a:pt x="48784" y="99499"/>
                      </a:cubicBezTo>
                      <a:cubicBezTo>
                        <a:pt x="55596" y="105659"/>
                        <a:pt x="68007" y="110670"/>
                        <a:pt x="86018" y="114520"/>
                      </a:cubicBezTo>
                      <a:lnTo>
                        <a:pt x="115708" y="121085"/>
                      </a:lnTo>
                      <a:cubicBezTo>
                        <a:pt x="140374" y="126501"/>
                        <a:pt x="157992" y="135127"/>
                        <a:pt x="168524" y="146978"/>
                      </a:cubicBezTo>
                      <a:cubicBezTo>
                        <a:pt x="179069" y="158828"/>
                        <a:pt x="184342" y="174541"/>
                        <a:pt x="184342" y="194104"/>
                      </a:cubicBezTo>
                      <a:cubicBezTo>
                        <a:pt x="184342" y="245785"/>
                        <a:pt x="152067" y="271638"/>
                        <a:pt x="87544" y="271638"/>
                      </a:cubicBez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74" name="Freeform: Shape 110">
                  <a:extLst>
                    <a:ext uri="{FF2B5EF4-FFF2-40B4-BE49-F238E27FC236}">
                      <a16:creationId xmlns:a16="http://schemas.microsoft.com/office/drawing/2014/main" id="{7DF690EF-DD7B-40D3-92FB-636D3C870350}"/>
                    </a:ext>
                  </a:extLst>
                </p:cNvPr>
                <p:cNvSpPr/>
                <p:nvPr/>
              </p:nvSpPr>
              <p:spPr bwMode="gray">
                <a:xfrm>
                  <a:off x="8875950" y="4478474"/>
                  <a:ext cx="185112" cy="271651"/>
                </a:xfrm>
                <a:custGeom>
                  <a:avLst/>
                  <a:gdLst>
                    <a:gd name="connsiteX0" fmla="*/ 121085 w 185112"/>
                    <a:gd name="connsiteY0" fmla="*/ 271651 h 271651"/>
                    <a:gd name="connsiteX1" fmla="*/ 29690 w 185112"/>
                    <a:gd name="connsiteY1" fmla="*/ 238267 h 271651"/>
                    <a:gd name="connsiteX2" fmla="*/ 0 w 185112"/>
                    <a:gd name="connsiteY2" fmla="*/ 135819 h 271651"/>
                    <a:gd name="connsiteX3" fmla="*/ 29495 w 185112"/>
                    <a:gd name="connsiteY3" fmla="*/ 33371 h 271651"/>
                    <a:gd name="connsiteX4" fmla="*/ 120315 w 185112"/>
                    <a:gd name="connsiteY4" fmla="*/ 0 h 271651"/>
                    <a:gd name="connsiteX5" fmla="*/ 185099 w 185112"/>
                    <a:gd name="connsiteY5" fmla="*/ 13508 h 271651"/>
                    <a:gd name="connsiteX6" fmla="*/ 185099 w 185112"/>
                    <a:gd name="connsiteY6" fmla="*/ 47466 h 271651"/>
                    <a:gd name="connsiteX7" fmla="*/ 121476 w 185112"/>
                    <a:gd name="connsiteY7" fmla="*/ 30878 h 271651"/>
                    <a:gd name="connsiteX8" fmla="*/ 55923 w 185112"/>
                    <a:gd name="connsiteY8" fmla="*/ 55753 h 271651"/>
                    <a:gd name="connsiteX9" fmla="*/ 35485 w 185112"/>
                    <a:gd name="connsiteY9" fmla="*/ 135441 h 271651"/>
                    <a:gd name="connsiteX10" fmla="*/ 56118 w 185112"/>
                    <a:gd name="connsiteY10" fmla="*/ 215703 h 271651"/>
                    <a:gd name="connsiteX11" fmla="*/ 122638 w 185112"/>
                    <a:gd name="connsiteY11" fmla="*/ 240786 h 271651"/>
                    <a:gd name="connsiteX12" fmla="*/ 185112 w 185112"/>
                    <a:gd name="connsiteY12" fmla="*/ 224186 h 271651"/>
                    <a:gd name="connsiteX13" fmla="*/ 185112 w 185112"/>
                    <a:gd name="connsiteY13" fmla="*/ 258144 h 271651"/>
                    <a:gd name="connsiteX14" fmla="*/ 121085 w 185112"/>
                    <a:gd name="connsiteY14" fmla="*/ 271651 h 2716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85112" h="271651">
                      <a:moveTo>
                        <a:pt x="121085" y="271651"/>
                      </a:moveTo>
                      <a:cubicBezTo>
                        <a:pt x="79949" y="271651"/>
                        <a:pt x="49476" y="260519"/>
                        <a:pt x="29690" y="238267"/>
                      </a:cubicBezTo>
                      <a:cubicBezTo>
                        <a:pt x="9893" y="216029"/>
                        <a:pt x="0" y="181875"/>
                        <a:pt x="0" y="135819"/>
                      </a:cubicBezTo>
                      <a:cubicBezTo>
                        <a:pt x="0" y="89776"/>
                        <a:pt x="9828" y="55622"/>
                        <a:pt x="29495" y="33371"/>
                      </a:cubicBezTo>
                      <a:cubicBezTo>
                        <a:pt x="49175" y="11119"/>
                        <a:pt x="79440" y="0"/>
                        <a:pt x="120315" y="0"/>
                      </a:cubicBezTo>
                      <a:cubicBezTo>
                        <a:pt x="147565" y="0"/>
                        <a:pt x="169164" y="4503"/>
                        <a:pt x="185099" y="13508"/>
                      </a:cubicBezTo>
                      <a:lnTo>
                        <a:pt x="185099" y="47466"/>
                      </a:lnTo>
                      <a:cubicBezTo>
                        <a:pt x="166841" y="36412"/>
                        <a:pt x="145634" y="30878"/>
                        <a:pt x="121476" y="30878"/>
                      </a:cubicBezTo>
                      <a:cubicBezTo>
                        <a:pt x="91395" y="30878"/>
                        <a:pt x="69535" y="39165"/>
                        <a:pt x="55923" y="55753"/>
                      </a:cubicBezTo>
                      <a:cubicBezTo>
                        <a:pt x="42284" y="72354"/>
                        <a:pt x="35485" y="98912"/>
                        <a:pt x="35485" y="135441"/>
                      </a:cubicBezTo>
                      <a:cubicBezTo>
                        <a:pt x="35485" y="172231"/>
                        <a:pt x="42350" y="198985"/>
                        <a:pt x="56118" y="215703"/>
                      </a:cubicBezTo>
                      <a:cubicBezTo>
                        <a:pt x="69861" y="232421"/>
                        <a:pt x="92034" y="240786"/>
                        <a:pt x="122638" y="240786"/>
                      </a:cubicBezTo>
                      <a:cubicBezTo>
                        <a:pt x="146547" y="240786"/>
                        <a:pt x="167376" y="235253"/>
                        <a:pt x="185112" y="224186"/>
                      </a:cubicBezTo>
                      <a:lnTo>
                        <a:pt x="185112" y="258144"/>
                      </a:lnTo>
                      <a:cubicBezTo>
                        <a:pt x="169399" y="267136"/>
                        <a:pt x="148074" y="271651"/>
                        <a:pt x="121085" y="271651"/>
                      </a:cubicBez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75" name="Freeform: Shape 111">
                  <a:extLst>
                    <a:ext uri="{FF2B5EF4-FFF2-40B4-BE49-F238E27FC236}">
                      <a16:creationId xmlns:a16="http://schemas.microsoft.com/office/drawing/2014/main" id="{33921AFC-B0D8-485A-8DDC-1D994850C7F8}"/>
                    </a:ext>
                  </a:extLst>
                </p:cNvPr>
                <p:cNvSpPr/>
                <p:nvPr/>
              </p:nvSpPr>
              <p:spPr bwMode="gray">
                <a:xfrm>
                  <a:off x="9151856" y="4483107"/>
                  <a:ext cx="34701" cy="262385"/>
                </a:xfrm>
                <a:custGeom>
                  <a:avLst/>
                  <a:gdLst>
                    <a:gd name="connsiteX0" fmla="*/ 0 w 34701"/>
                    <a:gd name="connsiteY0" fmla="*/ 262385 h 262385"/>
                    <a:gd name="connsiteX1" fmla="*/ 0 w 34701"/>
                    <a:gd name="connsiteY1" fmla="*/ 0 h 262385"/>
                    <a:gd name="connsiteX2" fmla="*/ 34702 w 34701"/>
                    <a:gd name="connsiteY2" fmla="*/ 0 h 262385"/>
                    <a:gd name="connsiteX3" fmla="*/ 34702 w 34701"/>
                    <a:gd name="connsiteY3" fmla="*/ 262385 h 262385"/>
                    <a:gd name="connsiteX4" fmla="*/ 0 w 34701"/>
                    <a:gd name="connsiteY4" fmla="*/ 262385 h 26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701" h="262385">
                      <a:moveTo>
                        <a:pt x="0" y="262385"/>
                      </a:moveTo>
                      <a:lnTo>
                        <a:pt x="0" y="0"/>
                      </a:lnTo>
                      <a:lnTo>
                        <a:pt x="34702" y="0"/>
                      </a:lnTo>
                      <a:lnTo>
                        <a:pt x="34702" y="262385"/>
                      </a:lnTo>
                      <a:lnTo>
                        <a:pt x="0" y="262385"/>
                      </a:ln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76" name="Freeform: Shape 112">
                  <a:extLst>
                    <a:ext uri="{FF2B5EF4-FFF2-40B4-BE49-F238E27FC236}">
                      <a16:creationId xmlns:a16="http://schemas.microsoft.com/office/drawing/2014/main" id="{2ECEDFB5-55A5-45C7-9F8F-0D10EF2DA76C}"/>
                    </a:ext>
                  </a:extLst>
                </p:cNvPr>
                <p:cNvSpPr/>
                <p:nvPr/>
              </p:nvSpPr>
              <p:spPr bwMode="gray">
                <a:xfrm>
                  <a:off x="9295375" y="4483107"/>
                  <a:ext cx="189718" cy="262385"/>
                </a:xfrm>
                <a:custGeom>
                  <a:avLst/>
                  <a:gdLst>
                    <a:gd name="connsiteX0" fmla="*/ 0 w 189718"/>
                    <a:gd name="connsiteY0" fmla="*/ 262385 h 262385"/>
                    <a:gd name="connsiteX1" fmla="*/ 0 w 189718"/>
                    <a:gd name="connsiteY1" fmla="*/ 0 h 262385"/>
                    <a:gd name="connsiteX2" fmla="*/ 187408 w 189718"/>
                    <a:gd name="connsiteY2" fmla="*/ 0 h 262385"/>
                    <a:gd name="connsiteX3" fmla="*/ 187408 w 189718"/>
                    <a:gd name="connsiteY3" fmla="*/ 30865 h 262385"/>
                    <a:gd name="connsiteX4" fmla="*/ 34702 w 189718"/>
                    <a:gd name="connsiteY4" fmla="*/ 30865 h 262385"/>
                    <a:gd name="connsiteX5" fmla="*/ 34702 w 189718"/>
                    <a:gd name="connsiteY5" fmla="*/ 113437 h 262385"/>
                    <a:gd name="connsiteX6" fmla="*/ 165809 w 189718"/>
                    <a:gd name="connsiteY6" fmla="*/ 113437 h 262385"/>
                    <a:gd name="connsiteX7" fmla="*/ 165809 w 189718"/>
                    <a:gd name="connsiteY7" fmla="*/ 144302 h 262385"/>
                    <a:gd name="connsiteX8" fmla="*/ 34702 w 189718"/>
                    <a:gd name="connsiteY8" fmla="*/ 144302 h 262385"/>
                    <a:gd name="connsiteX9" fmla="*/ 34702 w 189718"/>
                    <a:gd name="connsiteY9" fmla="*/ 231507 h 262385"/>
                    <a:gd name="connsiteX10" fmla="*/ 189718 w 189718"/>
                    <a:gd name="connsiteY10" fmla="*/ 231507 h 262385"/>
                    <a:gd name="connsiteX11" fmla="*/ 189718 w 189718"/>
                    <a:gd name="connsiteY11" fmla="*/ 262372 h 262385"/>
                    <a:gd name="connsiteX12" fmla="*/ 0 w 189718"/>
                    <a:gd name="connsiteY12" fmla="*/ 262372 h 26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89718" h="262385">
                      <a:moveTo>
                        <a:pt x="0" y="262385"/>
                      </a:moveTo>
                      <a:lnTo>
                        <a:pt x="0" y="0"/>
                      </a:lnTo>
                      <a:lnTo>
                        <a:pt x="187408" y="0"/>
                      </a:lnTo>
                      <a:lnTo>
                        <a:pt x="187408" y="30865"/>
                      </a:lnTo>
                      <a:lnTo>
                        <a:pt x="34702" y="30865"/>
                      </a:lnTo>
                      <a:lnTo>
                        <a:pt x="34702" y="113437"/>
                      </a:lnTo>
                      <a:lnTo>
                        <a:pt x="165809" y="113437"/>
                      </a:lnTo>
                      <a:lnTo>
                        <a:pt x="165809" y="144302"/>
                      </a:lnTo>
                      <a:lnTo>
                        <a:pt x="34702" y="144302"/>
                      </a:lnTo>
                      <a:lnTo>
                        <a:pt x="34702" y="231507"/>
                      </a:lnTo>
                      <a:lnTo>
                        <a:pt x="189718" y="231507"/>
                      </a:lnTo>
                      <a:lnTo>
                        <a:pt x="189718" y="262372"/>
                      </a:lnTo>
                      <a:lnTo>
                        <a:pt x="0" y="262372"/>
                      </a:ln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77" name="Freeform: Shape 113">
                  <a:extLst>
                    <a:ext uri="{FF2B5EF4-FFF2-40B4-BE49-F238E27FC236}">
                      <a16:creationId xmlns:a16="http://schemas.microsoft.com/office/drawing/2014/main" id="{E77BA33B-2BC8-46E1-A05D-80003DE704E5}"/>
                    </a:ext>
                  </a:extLst>
                </p:cNvPr>
                <p:cNvSpPr/>
                <p:nvPr/>
              </p:nvSpPr>
              <p:spPr bwMode="gray">
                <a:xfrm>
                  <a:off x="9575157" y="4483107"/>
                  <a:ext cx="207845" cy="262385"/>
                </a:xfrm>
                <a:custGeom>
                  <a:avLst/>
                  <a:gdLst>
                    <a:gd name="connsiteX0" fmla="*/ 0 w 207845"/>
                    <a:gd name="connsiteY0" fmla="*/ 262385 h 262385"/>
                    <a:gd name="connsiteX1" fmla="*/ 0 w 207845"/>
                    <a:gd name="connsiteY1" fmla="*/ 0 h 262385"/>
                    <a:gd name="connsiteX2" fmla="*/ 43628 w 207845"/>
                    <a:gd name="connsiteY2" fmla="*/ 0 h 262385"/>
                    <a:gd name="connsiteX3" fmla="*/ 174684 w 207845"/>
                    <a:gd name="connsiteY3" fmla="*/ 199885 h 262385"/>
                    <a:gd name="connsiteX4" fmla="*/ 174684 w 207845"/>
                    <a:gd name="connsiteY4" fmla="*/ 0 h 262385"/>
                    <a:gd name="connsiteX5" fmla="*/ 207846 w 207845"/>
                    <a:gd name="connsiteY5" fmla="*/ 0 h 262385"/>
                    <a:gd name="connsiteX6" fmla="*/ 207846 w 207845"/>
                    <a:gd name="connsiteY6" fmla="*/ 262385 h 262385"/>
                    <a:gd name="connsiteX7" fmla="*/ 175076 w 207845"/>
                    <a:gd name="connsiteY7" fmla="*/ 262385 h 262385"/>
                    <a:gd name="connsiteX8" fmla="*/ 33161 w 207845"/>
                    <a:gd name="connsiteY8" fmla="*/ 45925 h 262385"/>
                    <a:gd name="connsiteX9" fmla="*/ 33161 w 207845"/>
                    <a:gd name="connsiteY9" fmla="*/ 262385 h 262385"/>
                    <a:gd name="connsiteX10" fmla="*/ 0 w 207845"/>
                    <a:gd name="connsiteY10" fmla="*/ 262385 h 26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07845" h="262385">
                      <a:moveTo>
                        <a:pt x="0" y="262385"/>
                      </a:moveTo>
                      <a:lnTo>
                        <a:pt x="0" y="0"/>
                      </a:lnTo>
                      <a:lnTo>
                        <a:pt x="43628" y="0"/>
                      </a:lnTo>
                      <a:lnTo>
                        <a:pt x="174684" y="199885"/>
                      </a:lnTo>
                      <a:lnTo>
                        <a:pt x="174684" y="0"/>
                      </a:lnTo>
                      <a:lnTo>
                        <a:pt x="207846" y="0"/>
                      </a:lnTo>
                      <a:lnTo>
                        <a:pt x="207846" y="262385"/>
                      </a:lnTo>
                      <a:lnTo>
                        <a:pt x="175076" y="262385"/>
                      </a:lnTo>
                      <a:lnTo>
                        <a:pt x="33161" y="45925"/>
                      </a:lnTo>
                      <a:lnTo>
                        <a:pt x="33161" y="262385"/>
                      </a:lnTo>
                      <a:lnTo>
                        <a:pt x="0" y="262385"/>
                      </a:ln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78" name="Freeform: Shape 114">
                  <a:extLst>
                    <a:ext uri="{FF2B5EF4-FFF2-40B4-BE49-F238E27FC236}">
                      <a16:creationId xmlns:a16="http://schemas.microsoft.com/office/drawing/2014/main" id="{547D2DCF-90D0-4EA8-A5C8-77D7395EEAEE}"/>
                    </a:ext>
                  </a:extLst>
                </p:cNvPr>
                <p:cNvSpPr/>
                <p:nvPr/>
              </p:nvSpPr>
              <p:spPr bwMode="gray">
                <a:xfrm>
                  <a:off x="9879500" y="4478474"/>
                  <a:ext cx="185112" cy="271651"/>
                </a:xfrm>
                <a:custGeom>
                  <a:avLst/>
                  <a:gdLst>
                    <a:gd name="connsiteX0" fmla="*/ 121085 w 185112"/>
                    <a:gd name="connsiteY0" fmla="*/ 271651 h 271651"/>
                    <a:gd name="connsiteX1" fmla="*/ 29690 w 185112"/>
                    <a:gd name="connsiteY1" fmla="*/ 238267 h 271651"/>
                    <a:gd name="connsiteX2" fmla="*/ 0 w 185112"/>
                    <a:gd name="connsiteY2" fmla="*/ 135819 h 271651"/>
                    <a:gd name="connsiteX3" fmla="*/ 29495 w 185112"/>
                    <a:gd name="connsiteY3" fmla="*/ 33371 h 271651"/>
                    <a:gd name="connsiteX4" fmla="*/ 120315 w 185112"/>
                    <a:gd name="connsiteY4" fmla="*/ 0 h 271651"/>
                    <a:gd name="connsiteX5" fmla="*/ 185099 w 185112"/>
                    <a:gd name="connsiteY5" fmla="*/ 13508 h 271651"/>
                    <a:gd name="connsiteX6" fmla="*/ 185099 w 185112"/>
                    <a:gd name="connsiteY6" fmla="*/ 47466 h 271651"/>
                    <a:gd name="connsiteX7" fmla="*/ 121476 w 185112"/>
                    <a:gd name="connsiteY7" fmla="*/ 30878 h 271651"/>
                    <a:gd name="connsiteX8" fmla="*/ 55923 w 185112"/>
                    <a:gd name="connsiteY8" fmla="*/ 55753 h 271651"/>
                    <a:gd name="connsiteX9" fmla="*/ 35485 w 185112"/>
                    <a:gd name="connsiteY9" fmla="*/ 135441 h 271651"/>
                    <a:gd name="connsiteX10" fmla="*/ 56118 w 185112"/>
                    <a:gd name="connsiteY10" fmla="*/ 215703 h 271651"/>
                    <a:gd name="connsiteX11" fmla="*/ 122638 w 185112"/>
                    <a:gd name="connsiteY11" fmla="*/ 240786 h 271651"/>
                    <a:gd name="connsiteX12" fmla="*/ 185112 w 185112"/>
                    <a:gd name="connsiteY12" fmla="*/ 224186 h 271651"/>
                    <a:gd name="connsiteX13" fmla="*/ 185112 w 185112"/>
                    <a:gd name="connsiteY13" fmla="*/ 258144 h 271651"/>
                    <a:gd name="connsiteX14" fmla="*/ 121085 w 185112"/>
                    <a:gd name="connsiteY14" fmla="*/ 271651 h 2716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85112" h="271651">
                      <a:moveTo>
                        <a:pt x="121085" y="271651"/>
                      </a:moveTo>
                      <a:cubicBezTo>
                        <a:pt x="79949" y="271651"/>
                        <a:pt x="49476" y="260519"/>
                        <a:pt x="29690" y="238267"/>
                      </a:cubicBezTo>
                      <a:cubicBezTo>
                        <a:pt x="9893" y="216029"/>
                        <a:pt x="0" y="181875"/>
                        <a:pt x="0" y="135819"/>
                      </a:cubicBezTo>
                      <a:cubicBezTo>
                        <a:pt x="0" y="89776"/>
                        <a:pt x="9828" y="55622"/>
                        <a:pt x="29495" y="33371"/>
                      </a:cubicBezTo>
                      <a:cubicBezTo>
                        <a:pt x="49175" y="11119"/>
                        <a:pt x="79440" y="0"/>
                        <a:pt x="120315" y="0"/>
                      </a:cubicBezTo>
                      <a:cubicBezTo>
                        <a:pt x="147565" y="0"/>
                        <a:pt x="169164" y="4503"/>
                        <a:pt x="185099" y="13508"/>
                      </a:cubicBezTo>
                      <a:lnTo>
                        <a:pt x="185099" y="47466"/>
                      </a:lnTo>
                      <a:cubicBezTo>
                        <a:pt x="166841" y="36412"/>
                        <a:pt x="145634" y="30878"/>
                        <a:pt x="121476" y="30878"/>
                      </a:cubicBezTo>
                      <a:cubicBezTo>
                        <a:pt x="91395" y="30878"/>
                        <a:pt x="69535" y="39165"/>
                        <a:pt x="55923" y="55753"/>
                      </a:cubicBezTo>
                      <a:cubicBezTo>
                        <a:pt x="42285" y="72354"/>
                        <a:pt x="35485" y="98912"/>
                        <a:pt x="35485" y="135441"/>
                      </a:cubicBezTo>
                      <a:cubicBezTo>
                        <a:pt x="35485" y="172231"/>
                        <a:pt x="42350" y="198985"/>
                        <a:pt x="56118" y="215703"/>
                      </a:cubicBezTo>
                      <a:cubicBezTo>
                        <a:pt x="69861" y="232421"/>
                        <a:pt x="92034" y="240786"/>
                        <a:pt x="122638" y="240786"/>
                      </a:cubicBezTo>
                      <a:cubicBezTo>
                        <a:pt x="146547" y="240786"/>
                        <a:pt x="167376" y="235253"/>
                        <a:pt x="185112" y="224186"/>
                      </a:cubicBezTo>
                      <a:lnTo>
                        <a:pt x="185112" y="258144"/>
                      </a:lnTo>
                      <a:cubicBezTo>
                        <a:pt x="169412" y="267136"/>
                        <a:pt x="148074" y="271651"/>
                        <a:pt x="121085" y="271651"/>
                      </a:cubicBez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79" name="Freeform: Shape 115">
                  <a:extLst>
                    <a:ext uri="{FF2B5EF4-FFF2-40B4-BE49-F238E27FC236}">
                      <a16:creationId xmlns:a16="http://schemas.microsoft.com/office/drawing/2014/main" id="{ED72D7C3-EF13-4C4B-AAD5-209DB712ACDB}"/>
                    </a:ext>
                  </a:extLst>
                </p:cNvPr>
                <p:cNvSpPr/>
                <p:nvPr/>
              </p:nvSpPr>
              <p:spPr bwMode="gray">
                <a:xfrm>
                  <a:off x="10154858" y="4483107"/>
                  <a:ext cx="189718" cy="262385"/>
                </a:xfrm>
                <a:custGeom>
                  <a:avLst/>
                  <a:gdLst>
                    <a:gd name="connsiteX0" fmla="*/ 0 w 189718"/>
                    <a:gd name="connsiteY0" fmla="*/ 262385 h 262385"/>
                    <a:gd name="connsiteX1" fmla="*/ 0 w 189718"/>
                    <a:gd name="connsiteY1" fmla="*/ 0 h 262385"/>
                    <a:gd name="connsiteX2" fmla="*/ 187409 w 189718"/>
                    <a:gd name="connsiteY2" fmla="*/ 0 h 262385"/>
                    <a:gd name="connsiteX3" fmla="*/ 187409 w 189718"/>
                    <a:gd name="connsiteY3" fmla="*/ 30865 h 262385"/>
                    <a:gd name="connsiteX4" fmla="*/ 34702 w 189718"/>
                    <a:gd name="connsiteY4" fmla="*/ 30865 h 262385"/>
                    <a:gd name="connsiteX5" fmla="*/ 34702 w 189718"/>
                    <a:gd name="connsiteY5" fmla="*/ 113437 h 262385"/>
                    <a:gd name="connsiteX6" fmla="*/ 165809 w 189718"/>
                    <a:gd name="connsiteY6" fmla="*/ 113437 h 262385"/>
                    <a:gd name="connsiteX7" fmla="*/ 165809 w 189718"/>
                    <a:gd name="connsiteY7" fmla="*/ 144302 h 262385"/>
                    <a:gd name="connsiteX8" fmla="*/ 34702 w 189718"/>
                    <a:gd name="connsiteY8" fmla="*/ 144302 h 262385"/>
                    <a:gd name="connsiteX9" fmla="*/ 34702 w 189718"/>
                    <a:gd name="connsiteY9" fmla="*/ 231507 h 262385"/>
                    <a:gd name="connsiteX10" fmla="*/ 189719 w 189718"/>
                    <a:gd name="connsiteY10" fmla="*/ 231507 h 262385"/>
                    <a:gd name="connsiteX11" fmla="*/ 189719 w 189718"/>
                    <a:gd name="connsiteY11" fmla="*/ 262372 h 262385"/>
                    <a:gd name="connsiteX12" fmla="*/ 0 w 189718"/>
                    <a:gd name="connsiteY12" fmla="*/ 262372 h 26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89718" h="262385">
                      <a:moveTo>
                        <a:pt x="0" y="262385"/>
                      </a:moveTo>
                      <a:lnTo>
                        <a:pt x="0" y="0"/>
                      </a:lnTo>
                      <a:lnTo>
                        <a:pt x="187409" y="0"/>
                      </a:lnTo>
                      <a:lnTo>
                        <a:pt x="187409" y="30865"/>
                      </a:lnTo>
                      <a:lnTo>
                        <a:pt x="34702" y="30865"/>
                      </a:lnTo>
                      <a:lnTo>
                        <a:pt x="34702" y="113437"/>
                      </a:lnTo>
                      <a:lnTo>
                        <a:pt x="165809" y="113437"/>
                      </a:lnTo>
                      <a:lnTo>
                        <a:pt x="165809" y="144302"/>
                      </a:lnTo>
                      <a:lnTo>
                        <a:pt x="34702" y="144302"/>
                      </a:lnTo>
                      <a:lnTo>
                        <a:pt x="34702" y="231507"/>
                      </a:lnTo>
                      <a:lnTo>
                        <a:pt x="189719" y="231507"/>
                      </a:lnTo>
                      <a:lnTo>
                        <a:pt x="189719" y="262372"/>
                      </a:lnTo>
                      <a:lnTo>
                        <a:pt x="0" y="262372"/>
                      </a:ln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80" name="Freeform: Shape 116">
                  <a:extLst>
                    <a:ext uri="{FF2B5EF4-FFF2-40B4-BE49-F238E27FC236}">
                      <a16:creationId xmlns:a16="http://schemas.microsoft.com/office/drawing/2014/main" id="{F4A6E0FF-C677-4CBE-A04B-5C74FE3DF2D6}"/>
                    </a:ext>
                  </a:extLst>
                </p:cNvPr>
                <p:cNvSpPr/>
                <p:nvPr/>
              </p:nvSpPr>
              <p:spPr bwMode="gray">
                <a:xfrm>
                  <a:off x="10425608" y="4478487"/>
                  <a:ext cx="184341" cy="271638"/>
                </a:xfrm>
                <a:custGeom>
                  <a:avLst/>
                  <a:gdLst>
                    <a:gd name="connsiteX0" fmla="*/ 87544 w 184341"/>
                    <a:gd name="connsiteY0" fmla="*/ 271638 h 271638"/>
                    <a:gd name="connsiteX1" fmla="*/ 0 w 184341"/>
                    <a:gd name="connsiteY1" fmla="*/ 249256 h 271638"/>
                    <a:gd name="connsiteX2" fmla="*/ 0 w 184341"/>
                    <a:gd name="connsiteY2" fmla="*/ 213758 h 271638"/>
                    <a:gd name="connsiteX3" fmla="*/ 88302 w 184341"/>
                    <a:gd name="connsiteY3" fmla="*/ 240773 h 271638"/>
                    <a:gd name="connsiteX4" fmla="*/ 149627 w 184341"/>
                    <a:gd name="connsiteY4" fmla="*/ 195239 h 271638"/>
                    <a:gd name="connsiteX5" fmla="*/ 138625 w 184341"/>
                    <a:gd name="connsiteY5" fmla="*/ 168942 h 271638"/>
                    <a:gd name="connsiteX6" fmla="*/ 97515 w 184341"/>
                    <a:gd name="connsiteY6" fmla="*/ 153007 h 271638"/>
                    <a:gd name="connsiteX7" fmla="*/ 68634 w 184341"/>
                    <a:gd name="connsiteY7" fmla="*/ 146234 h 271638"/>
                    <a:gd name="connsiteX8" fmla="*/ 18506 w 184341"/>
                    <a:gd name="connsiteY8" fmla="*/ 121346 h 271638"/>
                    <a:gd name="connsiteX9" fmla="*/ 3850 w 184341"/>
                    <a:gd name="connsiteY9" fmla="*/ 76778 h 271638"/>
                    <a:gd name="connsiteX10" fmla="*/ 96406 w 184341"/>
                    <a:gd name="connsiteY10" fmla="*/ 0 h 271638"/>
                    <a:gd name="connsiteX11" fmla="*/ 170064 w 184341"/>
                    <a:gd name="connsiteY11" fmla="*/ 16209 h 271638"/>
                    <a:gd name="connsiteX12" fmla="*/ 170064 w 184341"/>
                    <a:gd name="connsiteY12" fmla="*/ 51329 h 271638"/>
                    <a:gd name="connsiteX13" fmla="*/ 97567 w 184341"/>
                    <a:gd name="connsiteY13" fmla="*/ 30878 h 271638"/>
                    <a:gd name="connsiteX14" fmla="*/ 38565 w 184341"/>
                    <a:gd name="connsiteY14" fmla="*/ 74481 h 271638"/>
                    <a:gd name="connsiteX15" fmla="*/ 48784 w 184341"/>
                    <a:gd name="connsiteY15" fmla="*/ 99499 h 271638"/>
                    <a:gd name="connsiteX16" fmla="*/ 86018 w 184341"/>
                    <a:gd name="connsiteY16" fmla="*/ 114520 h 271638"/>
                    <a:gd name="connsiteX17" fmla="*/ 115708 w 184341"/>
                    <a:gd name="connsiteY17" fmla="*/ 121085 h 271638"/>
                    <a:gd name="connsiteX18" fmla="*/ 168524 w 184341"/>
                    <a:gd name="connsiteY18" fmla="*/ 146978 h 271638"/>
                    <a:gd name="connsiteX19" fmla="*/ 184342 w 184341"/>
                    <a:gd name="connsiteY19" fmla="*/ 194104 h 271638"/>
                    <a:gd name="connsiteX20" fmla="*/ 87544 w 184341"/>
                    <a:gd name="connsiteY20" fmla="*/ 271638 h 2716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84341" h="271638">
                      <a:moveTo>
                        <a:pt x="87544" y="271638"/>
                      </a:moveTo>
                      <a:cubicBezTo>
                        <a:pt x="48209" y="271638"/>
                        <a:pt x="19028" y="264173"/>
                        <a:pt x="0" y="249256"/>
                      </a:cubicBezTo>
                      <a:lnTo>
                        <a:pt x="0" y="213758"/>
                      </a:lnTo>
                      <a:cubicBezTo>
                        <a:pt x="24157" y="231768"/>
                        <a:pt x="53613" y="240773"/>
                        <a:pt x="88302" y="240773"/>
                      </a:cubicBezTo>
                      <a:cubicBezTo>
                        <a:pt x="129189" y="240773"/>
                        <a:pt x="149627" y="225595"/>
                        <a:pt x="149627" y="195239"/>
                      </a:cubicBezTo>
                      <a:cubicBezTo>
                        <a:pt x="149627" y="183715"/>
                        <a:pt x="145947" y="174958"/>
                        <a:pt x="138625" y="168942"/>
                      </a:cubicBezTo>
                      <a:cubicBezTo>
                        <a:pt x="131291" y="162926"/>
                        <a:pt x="117587" y="157614"/>
                        <a:pt x="97515" y="153007"/>
                      </a:cubicBezTo>
                      <a:lnTo>
                        <a:pt x="68634" y="146234"/>
                      </a:lnTo>
                      <a:cubicBezTo>
                        <a:pt x="44986" y="140831"/>
                        <a:pt x="28268" y="132530"/>
                        <a:pt x="18506" y="121346"/>
                      </a:cubicBezTo>
                      <a:cubicBezTo>
                        <a:pt x="8731" y="110161"/>
                        <a:pt x="3850" y="95310"/>
                        <a:pt x="3850" y="76778"/>
                      </a:cubicBezTo>
                      <a:cubicBezTo>
                        <a:pt x="3850" y="25593"/>
                        <a:pt x="34702" y="0"/>
                        <a:pt x="96406" y="0"/>
                      </a:cubicBezTo>
                      <a:cubicBezTo>
                        <a:pt x="130338" y="0"/>
                        <a:pt x="154886" y="5403"/>
                        <a:pt x="170064" y="16209"/>
                      </a:cubicBezTo>
                      <a:lnTo>
                        <a:pt x="170064" y="51329"/>
                      </a:lnTo>
                      <a:cubicBezTo>
                        <a:pt x="150775" y="37691"/>
                        <a:pt x="126618" y="30878"/>
                        <a:pt x="97567" y="30878"/>
                      </a:cubicBezTo>
                      <a:cubicBezTo>
                        <a:pt x="58233" y="30878"/>
                        <a:pt x="38565" y="45417"/>
                        <a:pt x="38565" y="74481"/>
                      </a:cubicBezTo>
                      <a:cubicBezTo>
                        <a:pt x="38565" y="85013"/>
                        <a:pt x="41958" y="93339"/>
                        <a:pt x="48784" y="99499"/>
                      </a:cubicBezTo>
                      <a:cubicBezTo>
                        <a:pt x="55596" y="105659"/>
                        <a:pt x="68007" y="110670"/>
                        <a:pt x="86018" y="114520"/>
                      </a:cubicBezTo>
                      <a:lnTo>
                        <a:pt x="115708" y="121085"/>
                      </a:lnTo>
                      <a:cubicBezTo>
                        <a:pt x="140374" y="126501"/>
                        <a:pt x="157992" y="135127"/>
                        <a:pt x="168524" y="146978"/>
                      </a:cubicBezTo>
                      <a:cubicBezTo>
                        <a:pt x="179069" y="158828"/>
                        <a:pt x="184342" y="174541"/>
                        <a:pt x="184342" y="194104"/>
                      </a:cubicBezTo>
                      <a:cubicBezTo>
                        <a:pt x="184342" y="245785"/>
                        <a:pt x="152067" y="271638"/>
                        <a:pt x="87544" y="271638"/>
                      </a:cubicBez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</p:grpSp>
          <p:grpSp>
            <p:nvGrpSpPr>
              <p:cNvPr id="150" name="Graphic 3">
                <a:extLst>
                  <a:ext uri="{FF2B5EF4-FFF2-40B4-BE49-F238E27FC236}">
                    <a16:creationId xmlns:a16="http://schemas.microsoft.com/office/drawing/2014/main" id="{EB851480-B17A-4D3E-A245-440B9C5E9EE7}"/>
                  </a:ext>
                </a:extLst>
              </p:cNvPr>
              <p:cNvGrpSpPr/>
              <p:nvPr/>
            </p:nvGrpSpPr>
            <p:grpSpPr bwMode="gray">
              <a:xfrm>
                <a:off x="1225830" y="2481785"/>
                <a:ext cx="1609205" cy="1626009"/>
                <a:chOff x="1225830" y="2481785"/>
                <a:chExt cx="1609205" cy="1626009"/>
              </a:xfrm>
            </p:grpSpPr>
            <p:sp>
              <p:nvSpPr>
                <p:cNvPr id="151" name="Freeform: Shape 87">
                  <a:extLst>
                    <a:ext uri="{FF2B5EF4-FFF2-40B4-BE49-F238E27FC236}">
                      <a16:creationId xmlns:a16="http://schemas.microsoft.com/office/drawing/2014/main" id="{CB5DD8C4-7BF2-4373-8C46-41820A8A5070}"/>
                    </a:ext>
                  </a:extLst>
                </p:cNvPr>
                <p:cNvSpPr/>
                <p:nvPr/>
              </p:nvSpPr>
              <p:spPr bwMode="gray">
                <a:xfrm>
                  <a:off x="1225830" y="3224285"/>
                  <a:ext cx="1147028" cy="713117"/>
                </a:xfrm>
                <a:custGeom>
                  <a:avLst/>
                  <a:gdLst>
                    <a:gd name="connsiteX0" fmla="*/ 801276 w 1147028"/>
                    <a:gd name="connsiteY0" fmla="*/ 441233 h 713117"/>
                    <a:gd name="connsiteX1" fmla="*/ 271677 w 1147028"/>
                    <a:gd name="connsiteY1" fmla="*/ 223168 h 713117"/>
                    <a:gd name="connsiteX2" fmla="*/ 246163 w 1147028"/>
                    <a:gd name="connsiteY2" fmla="*/ 0 h 713117"/>
                    <a:gd name="connsiteX3" fmla="*/ 3549 w 1147028"/>
                    <a:gd name="connsiteY3" fmla="*/ 78 h 713117"/>
                    <a:gd name="connsiteX4" fmla="*/ 49827 w 1147028"/>
                    <a:gd name="connsiteY4" fmla="*/ 315737 h 713117"/>
                    <a:gd name="connsiteX5" fmla="*/ 893792 w 1147028"/>
                    <a:gd name="connsiteY5" fmla="*/ 663213 h 713117"/>
                    <a:gd name="connsiteX6" fmla="*/ 1147029 w 1147028"/>
                    <a:gd name="connsiteY6" fmla="*/ 473690 h 713117"/>
                    <a:gd name="connsiteX7" fmla="*/ 975412 w 1147028"/>
                    <a:gd name="connsiteY7" fmla="*/ 302060 h 713117"/>
                    <a:gd name="connsiteX8" fmla="*/ 801276 w 1147028"/>
                    <a:gd name="connsiteY8" fmla="*/ 441233 h 713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47028" h="713117">
                      <a:moveTo>
                        <a:pt x="801276" y="441233"/>
                      </a:moveTo>
                      <a:cubicBezTo>
                        <a:pt x="594865" y="527354"/>
                        <a:pt x="357759" y="429722"/>
                        <a:pt x="271677" y="223168"/>
                      </a:cubicBezTo>
                      <a:cubicBezTo>
                        <a:pt x="241164" y="149940"/>
                        <a:pt x="233843" y="72875"/>
                        <a:pt x="246163" y="0"/>
                      </a:cubicBezTo>
                      <a:lnTo>
                        <a:pt x="3549" y="78"/>
                      </a:lnTo>
                      <a:cubicBezTo>
                        <a:pt x="-7413" y="104132"/>
                        <a:pt x="6747" y="212362"/>
                        <a:pt x="49827" y="315737"/>
                      </a:cubicBezTo>
                      <a:cubicBezTo>
                        <a:pt x="186964" y="644876"/>
                        <a:pt x="564835" y="800467"/>
                        <a:pt x="893792" y="663213"/>
                      </a:cubicBezTo>
                      <a:cubicBezTo>
                        <a:pt x="996241" y="620485"/>
                        <a:pt x="1081840" y="554369"/>
                        <a:pt x="1147029" y="473690"/>
                      </a:cubicBezTo>
                      <a:lnTo>
                        <a:pt x="975412" y="302060"/>
                      </a:lnTo>
                      <a:cubicBezTo>
                        <a:pt x="933023" y="361858"/>
                        <a:pt x="873942" y="410929"/>
                        <a:pt x="801276" y="441233"/>
                      </a:cubicBezTo>
                      <a:close/>
                    </a:path>
                  </a:pathLst>
                </a:custGeom>
                <a:solidFill>
                  <a:srgbClr val="62636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52" name="Freeform: Shape 88">
                  <a:extLst>
                    <a:ext uri="{FF2B5EF4-FFF2-40B4-BE49-F238E27FC236}">
                      <a16:creationId xmlns:a16="http://schemas.microsoft.com/office/drawing/2014/main" id="{A539678C-72ED-49E5-8E96-D5B48585E182}"/>
                    </a:ext>
                  </a:extLst>
                </p:cNvPr>
                <p:cNvSpPr/>
                <p:nvPr/>
              </p:nvSpPr>
              <p:spPr bwMode="gray">
                <a:xfrm>
                  <a:off x="1580809" y="2481785"/>
                  <a:ext cx="1026584" cy="874769"/>
                </a:xfrm>
                <a:custGeom>
                  <a:avLst/>
                  <a:gdLst>
                    <a:gd name="connsiteX0" fmla="*/ 243997 w 1026584"/>
                    <a:gd name="connsiteY0" fmla="*/ 592208 h 874769"/>
                    <a:gd name="connsiteX1" fmla="*/ 698945 w 1026584"/>
                    <a:gd name="connsiteY1" fmla="*/ 244158 h 874769"/>
                    <a:gd name="connsiteX2" fmla="*/ 904481 w 1026584"/>
                    <a:gd name="connsiteY2" fmla="*/ 334469 h 874769"/>
                    <a:gd name="connsiteX3" fmla="*/ 1026584 w 1026584"/>
                    <a:gd name="connsiteY3" fmla="*/ 124665 h 874769"/>
                    <a:gd name="connsiteX4" fmla="*/ 730737 w 1026584"/>
                    <a:gd name="connsiteY4" fmla="*/ 5747 h 874769"/>
                    <a:gd name="connsiteX5" fmla="*/ 5742 w 1026584"/>
                    <a:gd name="connsiteY5" fmla="*/ 560416 h 874769"/>
                    <a:gd name="connsiteX6" fmla="*/ 41893 w 1026584"/>
                    <a:gd name="connsiteY6" fmla="*/ 874770 h 874769"/>
                    <a:gd name="connsiteX7" fmla="*/ 276493 w 1026584"/>
                    <a:gd name="connsiteY7" fmla="*/ 812818 h 874769"/>
                    <a:gd name="connsiteX8" fmla="*/ 243997 w 1026584"/>
                    <a:gd name="connsiteY8" fmla="*/ 592208 h 8747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26584" h="874769">
                      <a:moveTo>
                        <a:pt x="243997" y="592208"/>
                      </a:moveTo>
                      <a:cubicBezTo>
                        <a:pt x="273570" y="370398"/>
                        <a:pt x="477252" y="214559"/>
                        <a:pt x="698945" y="244158"/>
                      </a:cubicBezTo>
                      <a:cubicBezTo>
                        <a:pt x="777537" y="254651"/>
                        <a:pt x="847776" y="287121"/>
                        <a:pt x="904481" y="334469"/>
                      </a:cubicBezTo>
                      <a:lnTo>
                        <a:pt x="1026584" y="124665"/>
                      </a:lnTo>
                      <a:cubicBezTo>
                        <a:pt x="942263" y="62792"/>
                        <a:pt x="841681" y="20546"/>
                        <a:pt x="730737" y="5747"/>
                      </a:cubicBezTo>
                      <a:cubicBezTo>
                        <a:pt x="377480" y="-41418"/>
                        <a:pt x="52869" y="206911"/>
                        <a:pt x="5742" y="560416"/>
                      </a:cubicBezTo>
                      <a:cubicBezTo>
                        <a:pt x="-8940" y="670486"/>
                        <a:pt x="5038" y="777789"/>
                        <a:pt x="41893" y="874770"/>
                      </a:cubicBezTo>
                      <a:lnTo>
                        <a:pt x="276493" y="812818"/>
                      </a:lnTo>
                      <a:cubicBezTo>
                        <a:pt x="246215" y="746050"/>
                        <a:pt x="233582" y="670278"/>
                        <a:pt x="243997" y="592208"/>
                      </a:cubicBezTo>
                      <a:close/>
                    </a:path>
                  </a:pathLst>
                </a:custGeom>
                <a:solidFill>
                  <a:srgbClr val="3D434B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53" name="Freeform: Shape 89">
                  <a:extLst>
                    <a:ext uri="{FF2B5EF4-FFF2-40B4-BE49-F238E27FC236}">
                      <a16:creationId xmlns:a16="http://schemas.microsoft.com/office/drawing/2014/main" id="{A9ACFC1F-48D5-48C8-A0E2-C47C8E1AEE5B}"/>
                    </a:ext>
                  </a:extLst>
                </p:cNvPr>
                <p:cNvSpPr/>
                <p:nvPr/>
              </p:nvSpPr>
              <p:spPr bwMode="gray">
                <a:xfrm>
                  <a:off x="2229927" y="2879315"/>
                  <a:ext cx="605107" cy="1228479"/>
                </a:xfrm>
                <a:custGeom>
                  <a:avLst/>
                  <a:gdLst>
                    <a:gd name="connsiteX0" fmla="*/ 207128 w 605107"/>
                    <a:gd name="connsiteY0" fmla="*/ 316559 h 1228479"/>
                    <a:gd name="connsiteX1" fmla="*/ 280369 w 605107"/>
                    <a:gd name="connsiteY1" fmla="*/ 884879 h 1228479"/>
                    <a:gd name="connsiteX2" fmla="*/ 99316 w 605107"/>
                    <a:gd name="connsiteY2" fmla="*/ 1017671 h 1228479"/>
                    <a:gd name="connsiteX3" fmla="*/ 219644 w 605107"/>
                    <a:gd name="connsiteY3" fmla="*/ 1228479 h 1228479"/>
                    <a:gd name="connsiteX4" fmla="*/ 470675 w 605107"/>
                    <a:gd name="connsiteY4" fmla="*/ 1031804 h 1228479"/>
                    <a:gd name="connsiteX5" fmla="*/ 353949 w 605107"/>
                    <a:gd name="connsiteY5" fmla="*/ 126122 h 1228479"/>
                    <a:gd name="connsiteX6" fmla="*/ 63922 w 605107"/>
                    <a:gd name="connsiteY6" fmla="*/ 0 h 1228479"/>
                    <a:gd name="connsiteX7" fmla="*/ 0 w 605107"/>
                    <a:gd name="connsiteY7" fmla="*/ 234209 h 1228479"/>
                    <a:gd name="connsiteX8" fmla="*/ 207128 w 605107"/>
                    <a:gd name="connsiteY8" fmla="*/ 316559 h 1228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05107" h="1228479">
                      <a:moveTo>
                        <a:pt x="207128" y="316559"/>
                      </a:moveTo>
                      <a:cubicBezTo>
                        <a:pt x="384201" y="453239"/>
                        <a:pt x="417010" y="707702"/>
                        <a:pt x="280369" y="884879"/>
                      </a:cubicBezTo>
                      <a:cubicBezTo>
                        <a:pt x="231938" y="947679"/>
                        <a:pt x="168668" y="992261"/>
                        <a:pt x="99316" y="1017671"/>
                      </a:cubicBezTo>
                      <a:lnTo>
                        <a:pt x="219644" y="1228479"/>
                      </a:lnTo>
                      <a:cubicBezTo>
                        <a:pt x="315384" y="1186429"/>
                        <a:pt x="402302" y="1120471"/>
                        <a:pt x="470675" y="1031804"/>
                      </a:cubicBezTo>
                      <a:cubicBezTo>
                        <a:pt x="688387" y="749478"/>
                        <a:pt x="636145" y="343978"/>
                        <a:pt x="353949" y="126122"/>
                      </a:cubicBezTo>
                      <a:cubicBezTo>
                        <a:pt x="266092" y="58284"/>
                        <a:pt x="166266" y="16653"/>
                        <a:pt x="63922" y="0"/>
                      </a:cubicBezTo>
                      <a:lnTo>
                        <a:pt x="0" y="234209"/>
                      </a:lnTo>
                      <a:cubicBezTo>
                        <a:pt x="72954" y="241426"/>
                        <a:pt x="144824" y="268441"/>
                        <a:pt x="207128" y="316559"/>
                      </a:cubicBezTo>
                      <a:close/>
                    </a:path>
                  </a:pathLst>
                </a:custGeom>
                <a:solidFill>
                  <a:srgbClr val="7B7B81"/>
                </a:solidFill>
                <a:ln w="130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</p:grpSp>
        </p:grpSp>
        <p:grpSp>
          <p:nvGrpSpPr>
            <p:cNvPr id="143" name="Gruppieren 142">
              <a:extLst>
                <a:ext uri="{FF2B5EF4-FFF2-40B4-BE49-F238E27FC236}">
                  <a16:creationId xmlns:a16="http://schemas.microsoft.com/office/drawing/2014/main" id="{11E2EB4E-1453-4F98-A238-70397D2C71E8}"/>
                </a:ext>
              </a:extLst>
            </p:cNvPr>
            <p:cNvGrpSpPr/>
            <p:nvPr/>
          </p:nvGrpSpPr>
          <p:grpSpPr bwMode="gray">
            <a:xfrm>
              <a:off x="9552000" y="117000"/>
              <a:ext cx="2232000" cy="936000"/>
              <a:chOff x="9552000" y="117000"/>
              <a:chExt cx="2232000" cy="936000"/>
            </a:xfrm>
          </p:grpSpPr>
          <p:sp>
            <p:nvSpPr>
              <p:cNvPr id="144" name="Rechteck 143">
                <a:extLst>
                  <a:ext uri="{FF2B5EF4-FFF2-40B4-BE49-F238E27FC236}">
                    <a16:creationId xmlns:a16="http://schemas.microsoft.com/office/drawing/2014/main" id="{0BA94F89-66A4-45E3-8BB9-3BE02C2BCE56}"/>
                  </a:ext>
                </a:extLst>
              </p:cNvPr>
              <p:cNvSpPr/>
              <p:nvPr/>
            </p:nvSpPr>
            <p:spPr bwMode="gray">
              <a:xfrm>
                <a:off x="9552000" y="117000"/>
                <a:ext cx="2232000" cy="936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2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endParaRPr lang="de-DE" sz="1400"/>
              </a:p>
            </p:txBody>
          </p:sp>
          <p:pic>
            <p:nvPicPr>
              <p:cNvPr id="145" name="Grafik 144">
                <a:extLst>
                  <a:ext uri="{FF2B5EF4-FFF2-40B4-BE49-F238E27FC236}">
                    <a16:creationId xmlns:a16="http://schemas.microsoft.com/office/drawing/2014/main" id="{EBA4989E-1083-442A-A832-382D960C59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9631145" y="235121"/>
                <a:ext cx="2093365" cy="70301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049981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sz="2000" b="1" kern="1200" cap="all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13000"/>
        </a:lnSpc>
        <a:spcBef>
          <a:spcPts val="300"/>
        </a:spcBef>
        <a:spcAft>
          <a:spcPts val="300"/>
        </a:spcAft>
        <a:buSzPct val="100000"/>
        <a:buFont typeface="Wingdings" panose="05000000000000000000" pitchFamily="2" charset="2"/>
        <a:buChar char="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3000"/>
        </a:lnSpc>
        <a:spcBef>
          <a:spcPts val="300"/>
        </a:spcBef>
        <a:spcAft>
          <a:spcPts val="300"/>
        </a:spcAft>
        <a:buSzPct val="100000"/>
        <a:buFont typeface="Wingdings" panose="05000000000000000000" pitchFamily="2" charset="2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3000"/>
        </a:lnSpc>
        <a:spcBef>
          <a:spcPts val="1200"/>
        </a:spcBef>
        <a:spcAft>
          <a:spcPts val="300"/>
        </a:spcAft>
        <a:buSzPct val="100000"/>
        <a:buFont typeface="Wingdings" panose="05000000000000000000" pitchFamily="2" charset="2"/>
        <a:buNone/>
        <a:defRPr sz="1400" b="1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13000"/>
        </a:lnSpc>
        <a:spcBef>
          <a:spcPts val="300"/>
        </a:spcBef>
        <a:spcAft>
          <a:spcPts val="300"/>
        </a:spcAft>
        <a:buSzPct val="100000"/>
        <a:buFont typeface="Wingdings" panose="05000000000000000000" pitchFamily="2" charset="2"/>
        <a:buChar char="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13000"/>
        </a:lnSpc>
        <a:spcBef>
          <a:spcPts val="300"/>
        </a:spcBef>
        <a:spcAft>
          <a:spcPts val="300"/>
        </a:spcAft>
        <a:buSzPct val="100000"/>
        <a:buFont typeface="Wingdings" panose="05000000000000000000" pitchFamily="2" charset="2"/>
        <a:buChar char="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180000" algn="l" defTabSz="914400" rtl="0" eaLnBrk="1" latinLnBrk="0" hangingPunct="1">
        <a:lnSpc>
          <a:spcPct val="113000"/>
        </a:lnSpc>
        <a:spcBef>
          <a:spcPts val="300"/>
        </a:spcBef>
        <a:spcAft>
          <a:spcPts val="300"/>
        </a:spcAft>
        <a:buSzPct val="100000"/>
        <a:buFont typeface="Wingdings" panose="05000000000000000000" pitchFamily="2" charset="2"/>
        <a:buChar char="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540000" indent="-180000" algn="l" defTabSz="914400" rtl="0" eaLnBrk="1" latinLnBrk="0" hangingPunct="1">
        <a:lnSpc>
          <a:spcPct val="113000"/>
        </a:lnSpc>
        <a:spcBef>
          <a:spcPts val="300"/>
        </a:spcBef>
        <a:spcAft>
          <a:spcPts val="300"/>
        </a:spcAft>
        <a:buSzPct val="100000"/>
        <a:buFont typeface="Wingdings" panose="05000000000000000000" pitchFamily="2" charset="2"/>
        <a:buChar char="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540000" indent="-180000" algn="l" defTabSz="914400" rtl="0" eaLnBrk="1" latinLnBrk="0" hangingPunct="1">
        <a:lnSpc>
          <a:spcPct val="113000"/>
        </a:lnSpc>
        <a:spcBef>
          <a:spcPts val="300"/>
        </a:spcBef>
        <a:spcAft>
          <a:spcPts val="300"/>
        </a:spcAft>
        <a:buSzPct val="100000"/>
        <a:buFont typeface="Wingdings" panose="05000000000000000000" pitchFamily="2" charset="2"/>
        <a:buChar char="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540000" indent="-180000" algn="l" defTabSz="914400" rtl="0" eaLnBrk="1" latinLnBrk="0" hangingPunct="1">
        <a:lnSpc>
          <a:spcPct val="113000"/>
        </a:lnSpc>
        <a:spcBef>
          <a:spcPts val="300"/>
        </a:spcBef>
        <a:spcAft>
          <a:spcPts val="300"/>
        </a:spcAft>
        <a:buSzPct val="100000"/>
        <a:buFont typeface="Wingdings" panose="05000000000000000000" pitchFamily="2" charset="2"/>
        <a:buChar char="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5" pos="212">
          <p15:clr>
            <a:srgbClr val="F26B43"/>
          </p15:clr>
        </p15:guide>
        <p15:guide id="28" orient="horz" pos="3611">
          <p15:clr>
            <a:srgbClr val="F26B43"/>
          </p15:clr>
        </p15:guide>
        <p15:guide id="32" pos="7287">
          <p15:clr>
            <a:srgbClr val="F26B43"/>
          </p15:clr>
        </p15:guide>
        <p15:guide id="33" pos="7468">
          <p15:clr>
            <a:srgbClr val="A4A3A4"/>
          </p15:clr>
        </p15:guide>
        <p15:guide id="36" orient="horz" pos="406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18" Type="http://schemas.openxmlformats.org/officeDocument/2006/relationships/image" Target="../media/image1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19" Type="http://schemas.openxmlformats.org/officeDocument/2006/relationships/image" Target="../media/image19.sv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18" Type="http://schemas.openxmlformats.org/officeDocument/2006/relationships/image" Target="../media/image1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19" Type="http://schemas.openxmlformats.org/officeDocument/2006/relationships/image" Target="../media/image19.sv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ieme-connect.com/products/ejournals/pdf/10.1055/s-0030-1265874.pdf" TargetMode="External"/><Relationship Id="rId2" Type="http://schemas.openxmlformats.org/officeDocument/2006/relationships/hyperlink" Target="https://www.thieme-connect.de/media/ppmp/20130304/lookinside/10.1055-s-0032-1332977-1.jpg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ebm-netzwerk.de/de/medien/pdf/zefq8-schulz-epidemiologie6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710E5CF-8CF8-3574-B52E-6E250B80C27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6000" y="2876204"/>
            <a:ext cx="5760000" cy="3216796"/>
          </a:xfrm>
        </p:spPr>
        <p:txBody>
          <a:bodyPr/>
          <a:lstStyle/>
          <a:p>
            <a:pPr>
              <a:buFontTx/>
              <a:buChar char="-"/>
            </a:pPr>
            <a:r>
              <a:rPr lang="de-DE" dirty="0"/>
              <a:t>Bildung von Strata (Schichten) = geschichtete Subgruppen, die durch potenzielle relevante Faktoren definiert sind</a:t>
            </a:r>
          </a:p>
          <a:p>
            <a:pPr>
              <a:buFontTx/>
              <a:buChar char="-"/>
            </a:pPr>
            <a:r>
              <a:rPr lang="de-DE" dirty="0"/>
              <a:t>Für diese Gruppen werden anschließend jeweils getrennte </a:t>
            </a:r>
            <a:r>
              <a:rPr lang="de-DE" dirty="0" err="1"/>
              <a:t>Randomisierungspläne</a:t>
            </a:r>
            <a:r>
              <a:rPr lang="de-DE" dirty="0"/>
              <a:t> erzeugt</a:t>
            </a:r>
          </a:p>
          <a:p>
            <a:pPr marL="0" indent="0">
              <a:buNone/>
            </a:pPr>
            <a:r>
              <a:rPr lang="de-DE" dirty="0"/>
              <a:t>-&gt; Nun sind die Strata nach diesem Merkmal innerhalb der Gruppen ähnlich und vergleichbar 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621572C-4F89-E299-705E-F4C099DA5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765000"/>
            <a:ext cx="5760000" cy="936000"/>
          </a:xfrm>
        </p:spPr>
        <p:txBody>
          <a:bodyPr/>
          <a:lstStyle/>
          <a:p>
            <a:r>
              <a:rPr lang="de-DE" sz="1800" dirty="0"/>
              <a:t>Stratifizierte </a:t>
            </a:r>
            <a:r>
              <a:rPr lang="de-DE" sz="1800" dirty="0">
                <a:latin typeface="+mn-lt"/>
              </a:rPr>
              <a:t>Randomisierung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FDD49AA-25B9-D34C-8A39-C6099E59927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9E9C37E-8A19-4E30-BE2B-5A966AD23C7A}" type="slidenum">
              <a:rPr lang="de-DE" smtClean="0"/>
              <a:pPr/>
              <a:t>1</a:t>
            </a:fld>
            <a:endParaRPr lang="de-DE"/>
          </a:p>
        </p:txBody>
      </p:sp>
      <p:sp>
        <p:nvSpPr>
          <p:cNvPr id="5" name="Titel 2">
            <a:extLst>
              <a:ext uri="{FF2B5EF4-FFF2-40B4-BE49-F238E27FC236}">
                <a16:creationId xmlns:a16="http://schemas.microsoft.com/office/drawing/2014/main" id="{5E1DA19F-320E-7C45-A100-E148186A03C0}"/>
              </a:ext>
            </a:extLst>
          </p:cNvPr>
          <p:cNvSpPr txBox="1">
            <a:spLocks/>
          </p:cNvSpPr>
          <p:nvPr/>
        </p:nvSpPr>
        <p:spPr bwMode="gray">
          <a:xfrm>
            <a:off x="5808000" y="765000"/>
            <a:ext cx="5760000" cy="936000"/>
          </a:xfrm>
          <a:prstGeom prst="rect">
            <a:avLst/>
          </a:prstGeom>
        </p:spPr>
        <p:txBody>
          <a:bodyPr vert="horz" lIns="14400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  <a:defRPr sz="2000" b="1" kern="1200" cap="all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800" dirty="0" err="1"/>
              <a:t>Matching</a:t>
            </a:r>
            <a:r>
              <a:rPr lang="de-DE" sz="1800" dirty="0"/>
              <a:t>/Parallelisierung</a:t>
            </a:r>
          </a:p>
        </p:txBody>
      </p:sp>
      <p:sp>
        <p:nvSpPr>
          <p:cNvPr id="6" name="Inhaltsplatzhalter 1">
            <a:extLst>
              <a:ext uri="{FF2B5EF4-FFF2-40B4-BE49-F238E27FC236}">
                <a16:creationId xmlns:a16="http://schemas.microsoft.com/office/drawing/2014/main" id="{DDC66279-135F-1825-5368-582FEE9A9953}"/>
              </a:ext>
            </a:extLst>
          </p:cNvPr>
          <p:cNvSpPr txBox="1">
            <a:spLocks/>
          </p:cNvSpPr>
          <p:nvPr/>
        </p:nvSpPr>
        <p:spPr bwMode="gray">
          <a:xfrm>
            <a:off x="587608" y="1152720"/>
            <a:ext cx="10440784" cy="740858"/>
          </a:xfrm>
          <a:prstGeom prst="rect">
            <a:avLst/>
          </a:prstGeom>
        </p:spPr>
        <p:txBody>
          <a:bodyPr vert="horz" lIns="144000" tIns="144000" rIns="14400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13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3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3000"/>
              </a:lnSpc>
              <a:spcBef>
                <a:spcPts val="120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None/>
              <a:defRPr sz="14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13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13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80000" algn="l" defTabSz="914400" rtl="0" eaLnBrk="1" latinLnBrk="0" hangingPunct="1">
              <a:lnSpc>
                <a:spcPct val="113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113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80000" algn="l" defTabSz="914400" rtl="0" eaLnBrk="1" latinLnBrk="0" hangingPunct="1">
              <a:lnSpc>
                <a:spcPct val="113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113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dirty="0"/>
              <a:t>Ziel: unterschiedliche Voraussetzungen der Probanden zur Kontrolle von Störvariablen ausgleichen</a:t>
            </a:r>
          </a:p>
          <a:p>
            <a:pPr marL="0" indent="0">
              <a:buNone/>
            </a:pPr>
            <a:r>
              <a:rPr lang="de-DE" b="1" dirty="0"/>
              <a:t>Beispiel: Wir wollen nicht, dass sich die Probanden in Kontroll- und Behandlungsgruppe im Merkmal „Extraversion“ unterscheiden, da dies unsere Messung beeinflusst.</a:t>
            </a:r>
          </a:p>
          <a:p>
            <a:pPr marL="0" indent="0">
              <a:buNone/>
            </a:pPr>
            <a:r>
              <a:rPr lang="de-DE" b="1" dirty="0"/>
              <a:t>Das Merkmal Extraversion wird gemessen und die Probanden werden nach der Höhe ihres Scores sortiert.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CD81003-CBF5-5617-DC01-7EA92FC879CA}"/>
              </a:ext>
            </a:extLst>
          </p:cNvPr>
          <p:cNvSpPr txBox="1"/>
          <p:nvPr/>
        </p:nvSpPr>
        <p:spPr bwMode="gray">
          <a:xfrm>
            <a:off x="864524" y="2261062"/>
            <a:ext cx="0" cy="0"/>
          </a:xfrm>
          <a:prstGeom prst="rect">
            <a:avLst/>
          </a:prstGeom>
          <a:noFill/>
        </p:spPr>
        <p:txBody>
          <a:bodyPr wrap="none" lIns="144000" tIns="144000" rIns="144000" bIns="0" rtlCol="0">
            <a:noAutofit/>
          </a:bodyPr>
          <a:lstStyle/>
          <a:p>
            <a:pPr marL="180000" indent="-180000" algn="l">
              <a:lnSpc>
                <a:spcPct val="112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"/>
            </a:pPr>
            <a:endParaRPr lang="de-DE" sz="1400" dirty="0" err="1">
              <a:solidFill>
                <a:schemeClr val="tx1"/>
              </a:solidFill>
            </a:endParaRPr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CB72E55C-6C84-76FB-FFBF-CE9397F5BA47}"/>
              </a:ext>
            </a:extLst>
          </p:cNvPr>
          <p:cNvSpPr txBox="1">
            <a:spLocks/>
          </p:cNvSpPr>
          <p:nvPr/>
        </p:nvSpPr>
        <p:spPr bwMode="gray">
          <a:xfrm>
            <a:off x="5952000" y="2876204"/>
            <a:ext cx="5760000" cy="3216796"/>
          </a:xfrm>
          <a:prstGeom prst="rect">
            <a:avLst/>
          </a:prstGeom>
        </p:spPr>
        <p:txBody>
          <a:bodyPr vert="horz" lIns="144000" tIns="144000" rIns="14400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13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3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3000"/>
              </a:lnSpc>
              <a:spcBef>
                <a:spcPts val="120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None/>
              <a:defRPr sz="14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13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13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80000" algn="l" defTabSz="914400" rtl="0" eaLnBrk="1" latinLnBrk="0" hangingPunct="1">
              <a:lnSpc>
                <a:spcPct val="113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113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80000" algn="l" defTabSz="914400" rtl="0" eaLnBrk="1" latinLnBrk="0" hangingPunct="1">
              <a:lnSpc>
                <a:spcPct val="113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113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de-DE" dirty="0"/>
              <a:t>Auf Individualebene: Paare mit ähnlicher Ausprägung der zu kontrollierenden Störvariable werden gebildet</a:t>
            </a:r>
          </a:p>
          <a:p>
            <a:pPr>
              <a:buFontTx/>
              <a:buChar char="-"/>
            </a:pPr>
            <a:r>
              <a:rPr lang="de-DE" dirty="0"/>
              <a:t>Innerhalb dieser Paare werden die Probanden dann randomisiert den Gruppen zugewiesen</a:t>
            </a:r>
          </a:p>
          <a:p>
            <a:pPr>
              <a:buFontTx/>
              <a:buChar char="-"/>
            </a:pPr>
            <a:r>
              <a:rPr lang="de-DE" dirty="0"/>
              <a:t>Dadurch wird in beiden Gruppen der Mittelwert und die Streuung für die SV ähnlich </a:t>
            </a:r>
          </a:p>
          <a:p>
            <a:pPr marL="0" indent="0">
              <a:buNone/>
            </a:pPr>
            <a:r>
              <a:rPr lang="de-DE" dirty="0"/>
              <a:t>-&gt; Nun sind die Gruppen nach diesem Merkmal parallel und beide Gruppen vergleichbar</a:t>
            </a:r>
          </a:p>
        </p:txBody>
      </p:sp>
    </p:spTree>
    <p:extLst>
      <p:ext uri="{BB962C8B-B14F-4D97-AF65-F5344CB8AC3E}">
        <p14:creationId xmlns:p14="http://schemas.microsoft.com/office/powerpoint/2010/main" val="2640203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793E5-329C-F87E-9EB0-472784A23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E8CBD89-2BF7-1E05-9623-A8CEB9DE4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223402"/>
            <a:ext cx="7416000" cy="936000"/>
          </a:xfrm>
        </p:spPr>
        <p:txBody>
          <a:bodyPr/>
          <a:lstStyle/>
          <a:p>
            <a:r>
              <a:rPr lang="de-DE" dirty="0"/>
              <a:t>Stratifizierte Randomisierung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B54C58B-A7FF-1C6F-BA89-7F708FF5F0F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9E9C37E-8A19-4E30-BE2B-5A966AD23C7A}" type="slidenum">
              <a:rPr lang="de-DE" smtClean="0"/>
              <a:pPr/>
              <a:t>2</a:t>
            </a:fld>
            <a:endParaRPr lang="de-DE"/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5184B548-87C3-4FBD-ABB8-440A85997C86}"/>
              </a:ext>
            </a:extLst>
          </p:cNvPr>
          <p:cNvGrpSpPr/>
          <p:nvPr/>
        </p:nvGrpSpPr>
        <p:grpSpPr>
          <a:xfrm>
            <a:off x="872836" y="2486979"/>
            <a:ext cx="1953488" cy="1884041"/>
            <a:chOff x="872836" y="2486979"/>
            <a:chExt cx="1953488" cy="1884041"/>
          </a:xfrm>
          <a:solidFill>
            <a:schemeClr val="accent1"/>
          </a:solidFill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38F7B561-930F-398E-7240-6BED5CFA6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72836" y="3048089"/>
              <a:ext cx="602672" cy="602672"/>
            </a:xfrm>
            <a:prstGeom prst="rect">
              <a:avLst/>
            </a:prstGeom>
          </p:spPr>
        </p:pic>
        <p:pic>
          <p:nvPicPr>
            <p:cNvPr id="10" name="Grafik 9" descr="Frau mit einfarbiger Füllung">
              <a:extLst>
                <a:ext uri="{FF2B5EF4-FFF2-40B4-BE49-F238E27FC236}">
                  <a16:creationId xmlns:a16="http://schemas.microsoft.com/office/drawing/2014/main" id="{2F7B86DC-BD31-FCDF-1BBD-EFCB34F94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81099" y="2725793"/>
              <a:ext cx="588818" cy="588818"/>
            </a:xfrm>
            <a:prstGeom prst="rect">
              <a:avLst/>
            </a:prstGeom>
          </p:spPr>
        </p:pic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EFB0FF61-51E9-158F-3F67-F115FFEA1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63336" y="3562261"/>
              <a:ext cx="602672" cy="602672"/>
            </a:xfrm>
            <a:prstGeom prst="rect">
              <a:avLst/>
            </a:prstGeom>
          </p:spPr>
        </p:pic>
        <p:pic>
          <p:nvPicPr>
            <p:cNvPr id="12" name="Grafik 11" descr="Mann mit einfarbiger Füllung">
              <a:extLst>
                <a:ext uri="{FF2B5EF4-FFF2-40B4-BE49-F238E27FC236}">
                  <a16:creationId xmlns:a16="http://schemas.microsoft.com/office/drawing/2014/main" id="{A016AE09-947B-69A0-C4B4-41316C4CF8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21469" y="3623721"/>
              <a:ext cx="602672" cy="602672"/>
            </a:xfrm>
            <a:prstGeom prst="rect">
              <a:avLst/>
            </a:prstGeom>
          </p:spPr>
        </p:pic>
        <p:pic>
          <p:nvPicPr>
            <p:cNvPr id="13" name="Grafik 12" descr="Mann mit einfarbiger Füllung">
              <a:extLst>
                <a:ext uri="{FF2B5EF4-FFF2-40B4-BE49-F238E27FC236}">
                  <a16:creationId xmlns:a16="http://schemas.microsoft.com/office/drawing/2014/main" id="{CFAD15D2-6D5D-55D8-F40C-392E78D1BA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76793" y="3768348"/>
              <a:ext cx="602672" cy="602672"/>
            </a:xfrm>
            <a:prstGeom prst="rect">
              <a:avLst/>
            </a:prstGeom>
          </p:spPr>
        </p:pic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379C853B-527E-4AEA-C51F-C8D2AB8BA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08016" y="2563003"/>
              <a:ext cx="602672" cy="602672"/>
            </a:xfrm>
            <a:prstGeom prst="rect">
              <a:avLst/>
            </a:prstGeom>
          </p:spPr>
        </p:pic>
        <p:pic>
          <p:nvPicPr>
            <p:cNvPr id="15" name="Grafik 14" descr="Frau mit einfarbiger Füllung">
              <a:extLst>
                <a:ext uri="{FF2B5EF4-FFF2-40B4-BE49-F238E27FC236}">
                  <a16:creationId xmlns:a16="http://schemas.microsoft.com/office/drawing/2014/main" id="{0DCEBCDD-7BF3-19A7-FDAE-DF660EADA5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62098" y="3065052"/>
              <a:ext cx="588818" cy="588818"/>
            </a:xfrm>
            <a:prstGeom prst="rect">
              <a:avLst/>
            </a:prstGeom>
          </p:spPr>
        </p:pic>
        <p:pic>
          <p:nvPicPr>
            <p:cNvPr id="16" name="Grafik 15" descr="Frau mit einfarbiger Füllung">
              <a:extLst>
                <a:ext uri="{FF2B5EF4-FFF2-40B4-BE49-F238E27FC236}">
                  <a16:creationId xmlns:a16="http://schemas.microsoft.com/office/drawing/2014/main" id="{CAA21163-A9D4-F22F-8F36-86131EB32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91984" y="3561551"/>
              <a:ext cx="588818" cy="588818"/>
            </a:xfrm>
            <a:prstGeom prst="rect">
              <a:avLst/>
            </a:prstGeom>
          </p:spPr>
        </p:pic>
        <p:pic>
          <p:nvPicPr>
            <p:cNvPr id="17" name="Grafik 16" descr="Frau mit einfarbiger Füllung">
              <a:extLst>
                <a:ext uri="{FF2B5EF4-FFF2-40B4-BE49-F238E27FC236}">
                  <a16:creationId xmlns:a16="http://schemas.microsoft.com/office/drawing/2014/main" id="{BCE8677E-811A-4623-0917-FFEC7ED9B5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37506" y="3013275"/>
              <a:ext cx="588818" cy="588818"/>
            </a:xfrm>
            <a:prstGeom prst="rect">
              <a:avLst/>
            </a:prstGeom>
          </p:spPr>
        </p:pic>
        <p:pic>
          <p:nvPicPr>
            <p:cNvPr id="18" name="Grafik 17" descr="Frau mit einfarbiger Füllung">
              <a:extLst>
                <a:ext uri="{FF2B5EF4-FFF2-40B4-BE49-F238E27FC236}">
                  <a16:creationId xmlns:a16="http://schemas.microsoft.com/office/drawing/2014/main" id="{5D535525-3569-B193-5FB9-3D8FE8AEB8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36961" y="3172424"/>
              <a:ext cx="588818" cy="588818"/>
            </a:xfrm>
            <a:prstGeom prst="rect">
              <a:avLst/>
            </a:prstGeom>
          </p:spPr>
        </p:pic>
        <p:pic>
          <p:nvPicPr>
            <p:cNvPr id="19" name="Grafik 18" descr="Mann mit einfarbiger Füllung">
              <a:extLst>
                <a:ext uri="{FF2B5EF4-FFF2-40B4-BE49-F238E27FC236}">
                  <a16:creationId xmlns:a16="http://schemas.microsoft.com/office/drawing/2014/main" id="{A598FDDE-19BE-328C-13EF-4B7831C657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57395" y="2700172"/>
              <a:ext cx="602672" cy="602672"/>
            </a:xfrm>
            <a:prstGeom prst="rect">
              <a:avLst/>
            </a:prstGeom>
          </p:spPr>
        </p:pic>
        <p:pic>
          <p:nvPicPr>
            <p:cNvPr id="20" name="Grafik 19" descr="Mann mit einfarbiger Füllung">
              <a:extLst>
                <a:ext uri="{FF2B5EF4-FFF2-40B4-BE49-F238E27FC236}">
                  <a16:creationId xmlns:a16="http://schemas.microsoft.com/office/drawing/2014/main" id="{06151ED1-C1A7-5F56-D010-310044A15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11923" y="3234594"/>
              <a:ext cx="602672" cy="602672"/>
            </a:xfrm>
            <a:prstGeom prst="rect">
              <a:avLst/>
            </a:prstGeom>
          </p:spPr>
        </p:pic>
        <p:pic>
          <p:nvPicPr>
            <p:cNvPr id="21" name="Grafik 20" descr="Mann mit einfarbiger Füllung">
              <a:extLst>
                <a:ext uri="{FF2B5EF4-FFF2-40B4-BE49-F238E27FC236}">
                  <a16:creationId xmlns:a16="http://schemas.microsoft.com/office/drawing/2014/main" id="{2D38B013-90A4-8147-FE4F-376721B9A9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75508" y="2486979"/>
              <a:ext cx="602672" cy="602672"/>
            </a:xfrm>
            <a:prstGeom prst="rect">
              <a:avLst/>
            </a:prstGeom>
          </p:spPr>
        </p:pic>
      </p:grpSp>
      <p:sp>
        <p:nvSpPr>
          <p:cNvPr id="23" name="Textfeld 22">
            <a:extLst>
              <a:ext uri="{FF2B5EF4-FFF2-40B4-BE49-F238E27FC236}">
                <a16:creationId xmlns:a16="http://schemas.microsoft.com/office/drawing/2014/main" id="{88F1E6C0-7F6D-A1EF-790B-FF171D0F5984}"/>
              </a:ext>
            </a:extLst>
          </p:cNvPr>
          <p:cNvSpPr txBox="1"/>
          <p:nvPr/>
        </p:nvSpPr>
        <p:spPr bwMode="gray">
          <a:xfrm>
            <a:off x="1274610" y="4473508"/>
            <a:ext cx="1449531" cy="817418"/>
          </a:xfrm>
          <a:prstGeom prst="rect">
            <a:avLst/>
          </a:prstGeom>
          <a:noFill/>
        </p:spPr>
        <p:txBody>
          <a:bodyPr wrap="square" lIns="144000" tIns="144000" rIns="144000" bIns="0" rtlCol="0">
            <a:noAutofit/>
          </a:bodyPr>
          <a:lstStyle/>
          <a:p>
            <a:pPr algn="l">
              <a:lnSpc>
                <a:spcPct val="1120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100" b="1" dirty="0">
                <a:solidFill>
                  <a:schemeClr val="tx1"/>
                </a:solidFill>
              </a:rPr>
              <a:t>Patienten-population</a:t>
            </a:r>
            <a:endParaRPr lang="de-DE" sz="1400" b="1" dirty="0">
              <a:solidFill>
                <a:schemeClr val="tx1"/>
              </a:solidFill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BA94BE90-9FD8-02D0-5127-ADB494C64DFA}"/>
              </a:ext>
            </a:extLst>
          </p:cNvPr>
          <p:cNvSpPr txBox="1"/>
          <p:nvPr/>
        </p:nvSpPr>
        <p:spPr bwMode="gray">
          <a:xfrm>
            <a:off x="3490052" y="5628656"/>
            <a:ext cx="1738278" cy="817418"/>
          </a:xfrm>
          <a:prstGeom prst="rect">
            <a:avLst/>
          </a:prstGeom>
          <a:noFill/>
        </p:spPr>
        <p:txBody>
          <a:bodyPr wrap="square" lIns="144000" tIns="144000" rIns="144000" bIns="0" rtlCol="0">
            <a:no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100" b="1" dirty="0">
                <a:solidFill>
                  <a:schemeClr val="tx1"/>
                </a:solidFill>
              </a:rPr>
              <a:t>Messen und Sortieren nach SV z.B. Extraversion-Score</a:t>
            </a:r>
            <a:endParaRPr lang="de-DE" sz="1400" b="1" dirty="0">
              <a:solidFill>
                <a:schemeClr val="tx1"/>
              </a:solidFill>
            </a:endParaRPr>
          </a:p>
        </p:txBody>
      </p:sp>
      <p:pic>
        <p:nvPicPr>
          <p:cNvPr id="38" name="Grafik 37" descr="Frau mit einfarbiger Füllung">
            <a:extLst>
              <a:ext uri="{FF2B5EF4-FFF2-40B4-BE49-F238E27FC236}">
                <a16:creationId xmlns:a16="http://schemas.microsoft.com/office/drawing/2014/main" id="{7E503618-C705-23EA-B27E-CACA3A2906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48715" y="1916568"/>
            <a:ext cx="588818" cy="588818"/>
          </a:xfrm>
          <a:prstGeom prst="rect">
            <a:avLst/>
          </a:prstGeom>
        </p:spPr>
      </p:pic>
      <p:pic>
        <p:nvPicPr>
          <p:cNvPr id="39" name="Grafik 38" descr="Mann mit einfarbiger Füllung">
            <a:extLst>
              <a:ext uri="{FF2B5EF4-FFF2-40B4-BE49-F238E27FC236}">
                <a16:creationId xmlns:a16="http://schemas.microsoft.com/office/drawing/2014/main" id="{47DDED7E-B710-8964-0E7F-D8AEFFC9D37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86180" y="1906177"/>
            <a:ext cx="609600" cy="609600"/>
          </a:xfrm>
          <a:prstGeom prst="rect">
            <a:avLst/>
          </a:prstGeom>
        </p:spPr>
      </p:pic>
      <p:pic>
        <p:nvPicPr>
          <p:cNvPr id="40" name="Grafik 39" descr="Frau mit einfarbiger Füllung">
            <a:extLst>
              <a:ext uri="{FF2B5EF4-FFF2-40B4-BE49-F238E27FC236}">
                <a16:creationId xmlns:a16="http://schemas.microsoft.com/office/drawing/2014/main" id="{5B5B8720-FD5A-D0A1-FD5F-63A123C1BD0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65115" y="1936352"/>
            <a:ext cx="588818" cy="588818"/>
          </a:xfrm>
          <a:prstGeom prst="rect">
            <a:avLst/>
          </a:prstGeom>
        </p:spPr>
      </p:pic>
      <p:pic>
        <p:nvPicPr>
          <p:cNvPr id="41" name="Grafik 40" descr="Frau mit einfarbiger Füllung">
            <a:extLst>
              <a:ext uri="{FF2B5EF4-FFF2-40B4-BE49-F238E27FC236}">
                <a16:creationId xmlns:a16="http://schemas.microsoft.com/office/drawing/2014/main" id="{12F64BAF-21B4-2222-E4BD-C6444E89758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372703" y="4077609"/>
            <a:ext cx="588818" cy="588818"/>
          </a:xfrm>
          <a:prstGeom prst="rect">
            <a:avLst/>
          </a:prstGeom>
        </p:spPr>
      </p:pic>
      <p:pic>
        <p:nvPicPr>
          <p:cNvPr id="42" name="Grafik 41" descr="Mann mit einfarbiger Füllung">
            <a:extLst>
              <a:ext uri="{FF2B5EF4-FFF2-40B4-BE49-F238E27FC236}">
                <a16:creationId xmlns:a16="http://schemas.microsoft.com/office/drawing/2014/main" id="{77B4F0BA-DAA5-FE3C-B062-5A3655E0C35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710168" y="4075613"/>
            <a:ext cx="609600" cy="609600"/>
          </a:xfrm>
          <a:prstGeom prst="rect">
            <a:avLst/>
          </a:prstGeom>
        </p:spPr>
      </p:pic>
      <p:pic>
        <p:nvPicPr>
          <p:cNvPr id="43" name="Grafik 42" descr="Mann mit einfarbiger Füllung">
            <a:extLst>
              <a:ext uri="{FF2B5EF4-FFF2-40B4-BE49-F238E27FC236}">
                <a16:creationId xmlns:a16="http://schemas.microsoft.com/office/drawing/2014/main" id="{2D8957FF-2514-7851-B1A8-E12D74FE6C8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047633" y="4056827"/>
            <a:ext cx="609600" cy="609600"/>
          </a:xfrm>
          <a:prstGeom prst="rect">
            <a:avLst/>
          </a:prstGeom>
        </p:spPr>
      </p:pic>
      <p:pic>
        <p:nvPicPr>
          <p:cNvPr id="44" name="Grafik 43" descr="Frau mit einfarbiger Füllung">
            <a:extLst>
              <a:ext uri="{FF2B5EF4-FFF2-40B4-BE49-F238E27FC236}">
                <a16:creationId xmlns:a16="http://schemas.microsoft.com/office/drawing/2014/main" id="{7A32F151-D234-6A34-DB41-AFA32CB971F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405880" y="4078810"/>
            <a:ext cx="588818" cy="588818"/>
          </a:xfrm>
          <a:prstGeom prst="rect">
            <a:avLst/>
          </a:prstGeom>
        </p:spPr>
      </p:pic>
      <p:sp>
        <p:nvSpPr>
          <p:cNvPr id="47" name="Textfeld 46">
            <a:extLst>
              <a:ext uri="{FF2B5EF4-FFF2-40B4-BE49-F238E27FC236}">
                <a16:creationId xmlns:a16="http://schemas.microsoft.com/office/drawing/2014/main" id="{43F58B82-75B2-7F3F-2FE1-0F85429522BA}"/>
              </a:ext>
            </a:extLst>
          </p:cNvPr>
          <p:cNvSpPr txBox="1"/>
          <p:nvPr/>
        </p:nvSpPr>
        <p:spPr bwMode="gray">
          <a:xfrm>
            <a:off x="5476358" y="5803890"/>
            <a:ext cx="1449531" cy="817418"/>
          </a:xfrm>
          <a:prstGeom prst="rect">
            <a:avLst/>
          </a:prstGeom>
          <a:noFill/>
        </p:spPr>
        <p:txBody>
          <a:bodyPr wrap="square" lIns="144000" tIns="144000" rIns="144000" bIns="0" rtlCol="0">
            <a:no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100" b="1" dirty="0">
                <a:solidFill>
                  <a:schemeClr val="tx1"/>
                </a:solidFill>
              </a:rPr>
              <a:t>Strata bilden</a:t>
            </a:r>
            <a:endParaRPr lang="de-DE" sz="1400" b="1" dirty="0">
              <a:solidFill>
                <a:schemeClr val="tx1"/>
              </a:solidFill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A391840E-CDBF-FE18-C333-4B786B487B7C}"/>
              </a:ext>
            </a:extLst>
          </p:cNvPr>
          <p:cNvSpPr txBox="1"/>
          <p:nvPr/>
        </p:nvSpPr>
        <p:spPr bwMode="gray">
          <a:xfrm>
            <a:off x="5002745" y="2460588"/>
            <a:ext cx="2303447" cy="817418"/>
          </a:xfrm>
          <a:prstGeom prst="rect">
            <a:avLst/>
          </a:prstGeom>
          <a:noFill/>
        </p:spPr>
        <p:txBody>
          <a:bodyPr wrap="square" lIns="144000" tIns="144000" rIns="144000" bIns="0" rtlCol="0">
            <a:no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100" b="1" dirty="0">
                <a:solidFill>
                  <a:schemeClr val="tx1"/>
                </a:solidFill>
              </a:rPr>
              <a:t>Strata A: hoher Extraversion-Score</a:t>
            </a:r>
            <a:endParaRPr lang="de-DE" sz="1400" b="1" dirty="0">
              <a:solidFill>
                <a:schemeClr val="tx1"/>
              </a:solidFill>
            </a:endParaRP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7967F722-1FC3-FF5B-19BF-BEEAB6FF663A}"/>
              </a:ext>
            </a:extLst>
          </p:cNvPr>
          <p:cNvSpPr txBox="1"/>
          <p:nvPr/>
        </p:nvSpPr>
        <p:spPr bwMode="gray">
          <a:xfrm>
            <a:off x="4992703" y="3459087"/>
            <a:ext cx="2303447" cy="817418"/>
          </a:xfrm>
          <a:prstGeom prst="rect">
            <a:avLst/>
          </a:prstGeom>
          <a:noFill/>
        </p:spPr>
        <p:txBody>
          <a:bodyPr wrap="square" lIns="144000" tIns="144000" rIns="144000" bIns="0" rtlCol="0">
            <a:no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100" b="1" dirty="0">
                <a:solidFill>
                  <a:schemeClr val="tx1"/>
                </a:solidFill>
              </a:rPr>
              <a:t>Strata B: niedriger Extraversion-Score</a:t>
            </a:r>
            <a:endParaRPr lang="de-DE" sz="1400" b="1" dirty="0">
              <a:solidFill>
                <a:schemeClr val="tx1"/>
              </a:solidFill>
            </a:endParaRP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75150F99-3547-5848-B03D-BB0A86BD8F3A}"/>
              </a:ext>
            </a:extLst>
          </p:cNvPr>
          <p:cNvSpPr txBox="1"/>
          <p:nvPr/>
        </p:nvSpPr>
        <p:spPr bwMode="gray">
          <a:xfrm>
            <a:off x="7744691" y="3131127"/>
            <a:ext cx="0" cy="0"/>
          </a:xfrm>
          <a:prstGeom prst="rect">
            <a:avLst/>
          </a:prstGeom>
          <a:noFill/>
        </p:spPr>
        <p:txBody>
          <a:bodyPr wrap="none" lIns="144000" tIns="144000" rIns="144000" bIns="0" rtlCol="0">
            <a:noAutofit/>
          </a:bodyPr>
          <a:lstStyle/>
          <a:p>
            <a:pPr marL="180000" indent="-180000" algn="l">
              <a:lnSpc>
                <a:spcPct val="112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"/>
            </a:pPr>
            <a:endParaRPr lang="de-DE" sz="1400" dirty="0" err="1">
              <a:solidFill>
                <a:schemeClr val="tx1"/>
              </a:solidFill>
            </a:endParaRPr>
          </a:p>
        </p:txBody>
      </p:sp>
      <p:sp>
        <p:nvSpPr>
          <p:cNvPr id="72" name="Geschweifte Klammer rechts 71">
            <a:extLst>
              <a:ext uri="{FF2B5EF4-FFF2-40B4-BE49-F238E27FC236}">
                <a16:creationId xmlns:a16="http://schemas.microsoft.com/office/drawing/2014/main" id="{3DF38E82-3472-BE88-D962-7178642FB847}"/>
              </a:ext>
            </a:extLst>
          </p:cNvPr>
          <p:cNvSpPr/>
          <p:nvPr/>
        </p:nvSpPr>
        <p:spPr bwMode="gray">
          <a:xfrm flipH="1">
            <a:off x="2862391" y="1159402"/>
            <a:ext cx="602673" cy="4335965"/>
          </a:xfrm>
          <a:prstGeom prst="rightBrace">
            <a:avLst>
              <a:gd name="adj1" fmla="val 0"/>
              <a:gd name="adj2" fmla="val 50965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3" name="Geschweifte Klammer rechts 72">
            <a:extLst>
              <a:ext uri="{FF2B5EF4-FFF2-40B4-BE49-F238E27FC236}">
                <a16:creationId xmlns:a16="http://schemas.microsoft.com/office/drawing/2014/main" id="{AAAA3DF8-90F2-8198-3BB9-4DBC52712C27}"/>
              </a:ext>
            </a:extLst>
          </p:cNvPr>
          <p:cNvSpPr/>
          <p:nvPr/>
        </p:nvSpPr>
        <p:spPr bwMode="gray">
          <a:xfrm>
            <a:off x="4610290" y="1238294"/>
            <a:ext cx="609599" cy="1809795"/>
          </a:xfrm>
          <a:prstGeom prst="rightBrace">
            <a:avLst>
              <a:gd name="adj1" fmla="val 0"/>
              <a:gd name="adj2" fmla="val 50326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4" name="Geschweifte Klammer rechts 73">
            <a:extLst>
              <a:ext uri="{FF2B5EF4-FFF2-40B4-BE49-F238E27FC236}">
                <a16:creationId xmlns:a16="http://schemas.microsoft.com/office/drawing/2014/main" id="{F90E6231-587E-B2A9-B887-2B12DE175D6C}"/>
              </a:ext>
            </a:extLst>
          </p:cNvPr>
          <p:cNvSpPr/>
          <p:nvPr/>
        </p:nvSpPr>
        <p:spPr bwMode="gray">
          <a:xfrm>
            <a:off x="4610290" y="3193368"/>
            <a:ext cx="609599" cy="2301999"/>
          </a:xfrm>
          <a:prstGeom prst="rightBrace">
            <a:avLst>
              <a:gd name="adj1" fmla="val 0"/>
              <a:gd name="adj2" fmla="val 50326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5" name="Rechteck 74">
            <a:extLst>
              <a:ext uri="{FF2B5EF4-FFF2-40B4-BE49-F238E27FC236}">
                <a16:creationId xmlns:a16="http://schemas.microsoft.com/office/drawing/2014/main" id="{650F43A2-A5F3-E92A-AD90-6ACF1CB6F18C}"/>
              </a:ext>
            </a:extLst>
          </p:cNvPr>
          <p:cNvSpPr/>
          <p:nvPr/>
        </p:nvSpPr>
        <p:spPr bwMode="gray">
          <a:xfrm>
            <a:off x="5448715" y="1792299"/>
            <a:ext cx="1477174" cy="77070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 err="1"/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99689852-D428-DBFA-6BB7-7866D1ED50DE}"/>
              </a:ext>
            </a:extLst>
          </p:cNvPr>
          <p:cNvSpPr/>
          <p:nvPr/>
        </p:nvSpPr>
        <p:spPr bwMode="gray">
          <a:xfrm>
            <a:off x="5390125" y="4013037"/>
            <a:ext cx="1621995" cy="7472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 err="1"/>
          </a:p>
        </p:txBody>
      </p:sp>
      <p:sp>
        <p:nvSpPr>
          <p:cNvPr id="79" name="Geschweifte Klammer rechts 78">
            <a:extLst>
              <a:ext uri="{FF2B5EF4-FFF2-40B4-BE49-F238E27FC236}">
                <a16:creationId xmlns:a16="http://schemas.microsoft.com/office/drawing/2014/main" id="{9128FE25-5221-60FB-7326-8EA9CF5D0967}"/>
              </a:ext>
            </a:extLst>
          </p:cNvPr>
          <p:cNvSpPr/>
          <p:nvPr/>
        </p:nvSpPr>
        <p:spPr bwMode="gray">
          <a:xfrm flipH="1">
            <a:off x="7047908" y="1447061"/>
            <a:ext cx="616530" cy="1528195"/>
          </a:xfrm>
          <a:prstGeom prst="rightBrace">
            <a:avLst>
              <a:gd name="adj1" fmla="val 0"/>
              <a:gd name="adj2" fmla="val 50965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0" name="Grafik 79" descr="Frau mit einfarbiger Füllung">
            <a:extLst>
              <a:ext uri="{FF2B5EF4-FFF2-40B4-BE49-F238E27FC236}">
                <a16:creationId xmlns:a16="http://schemas.microsoft.com/office/drawing/2014/main" id="{6D6FD75A-6C22-A16E-3D04-B5ADD1F4AC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82032" y="1171971"/>
            <a:ext cx="588818" cy="588818"/>
          </a:xfrm>
          <a:prstGeom prst="rect">
            <a:avLst/>
          </a:prstGeom>
        </p:spPr>
      </p:pic>
      <p:pic>
        <p:nvPicPr>
          <p:cNvPr id="81" name="Grafik 80" descr="Frau mit einfarbiger Füllung">
            <a:extLst>
              <a:ext uri="{FF2B5EF4-FFF2-40B4-BE49-F238E27FC236}">
                <a16:creationId xmlns:a16="http://schemas.microsoft.com/office/drawing/2014/main" id="{30331D30-C32D-A2D2-5684-F26EACEC927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94035" y="1166752"/>
            <a:ext cx="588818" cy="588818"/>
          </a:xfrm>
          <a:prstGeom prst="rect">
            <a:avLst/>
          </a:prstGeom>
        </p:spPr>
      </p:pic>
      <p:pic>
        <p:nvPicPr>
          <p:cNvPr id="82" name="Grafik 81" descr="Mann mit einfarbiger Füllung">
            <a:extLst>
              <a:ext uri="{FF2B5EF4-FFF2-40B4-BE49-F238E27FC236}">
                <a16:creationId xmlns:a16="http://schemas.microsoft.com/office/drawing/2014/main" id="{B7709AFF-E9DD-783B-82A2-1965FABA82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60940" y="2556075"/>
            <a:ext cx="609600" cy="609600"/>
          </a:xfrm>
          <a:prstGeom prst="rect">
            <a:avLst/>
          </a:prstGeom>
        </p:spPr>
      </p:pic>
      <p:sp>
        <p:nvSpPr>
          <p:cNvPr id="83" name="Geschweifte Klammer rechts 82">
            <a:extLst>
              <a:ext uri="{FF2B5EF4-FFF2-40B4-BE49-F238E27FC236}">
                <a16:creationId xmlns:a16="http://schemas.microsoft.com/office/drawing/2014/main" id="{0AFB8607-B6C5-4875-36F0-0D98F18BA67C}"/>
              </a:ext>
            </a:extLst>
          </p:cNvPr>
          <p:cNvSpPr/>
          <p:nvPr/>
        </p:nvSpPr>
        <p:spPr bwMode="gray">
          <a:xfrm flipH="1">
            <a:off x="7098232" y="3724712"/>
            <a:ext cx="616530" cy="1566214"/>
          </a:xfrm>
          <a:prstGeom prst="rightBrace">
            <a:avLst>
              <a:gd name="adj1" fmla="val 0"/>
              <a:gd name="adj2" fmla="val 50965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4" name="Grafik 83" descr="Frau mit einfarbiger Füllung">
            <a:extLst>
              <a:ext uri="{FF2B5EF4-FFF2-40B4-BE49-F238E27FC236}">
                <a16:creationId xmlns:a16="http://schemas.microsoft.com/office/drawing/2014/main" id="{3F7769FD-80D6-DF3A-D730-33495573C09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45644" y="3495452"/>
            <a:ext cx="588818" cy="588818"/>
          </a:xfrm>
          <a:prstGeom prst="rect">
            <a:avLst/>
          </a:prstGeom>
        </p:spPr>
      </p:pic>
      <p:pic>
        <p:nvPicPr>
          <p:cNvPr id="85" name="Grafik 84" descr="Mann mit einfarbiger Füllung">
            <a:extLst>
              <a:ext uri="{FF2B5EF4-FFF2-40B4-BE49-F238E27FC236}">
                <a16:creationId xmlns:a16="http://schemas.microsoft.com/office/drawing/2014/main" id="{AC858CD3-2958-ECCB-0B51-3CB49633B92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973253" y="3460084"/>
            <a:ext cx="609600" cy="609600"/>
          </a:xfrm>
          <a:prstGeom prst="rect">
            <a:avLst/>
          </a:prstGeom>
        </p:spPr>
      </p:pic>
      <p:pic>
        <p:nvPicPr>
          <p:cNvPr id="86" name="Grafik 85" descr="Mann mit einfarbiger Füllung">
            <a:extLst>
              <a:ext uri="{FF2B5EF4-FFF2-40B4-BE49-F238E27FC236}">
                <a16:creationId xmlns:a16="http://schemas.microsoft.com/office/drawing/2014/main" id="{B00D2C9E-E10C-9AF7-9D6C-3B37275D6D5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677012" y="4944884"/>
            <a:ext cx="609600" cy="609600"/>
          </a:xfrm>
          <a:prstGeom prst="rect">
            <a:avLst/>
          </a:prstGeom>
        </p:spPr>
      </p:pic>
      <p:pic>
        <p:nvPicPr>
          <p:cNvPr id="87" name="Grafik 86" descr="Frau mit einfarbiger Füllung">
            <a:extLst>
              <a:ext uri="{FF2B5EF4-FFF2-40B4-BE49-F238E27FC236}">
                <a16:creationId xmlns:a16="http://schemas.microsoft.com/office/drawing/2014/main" id="{60365F96-25E7-14EB-F7A6-411A12CEACF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999133" y="4965666"/>
            <a:ext cx="588818" cy="588818"/>
          </a:xfrm>
          <a:prstGeom prst="rect">
            <a:avLst/>
          </a:prstGeom>
        </p:spPr>
      </p:pic>
      <p:sp>
        <p:nvSpPr>
          <p:cNvPr id="88" name="Textfeld 87">
            <a:extLst>
              <a:ext uri="{FF2B5EF4-FFF2-40B4-BE49-F238E27FC236}">
                <a16:creationId xmlns:a16="http://schemas.microsoft.com/office/drawing/2014/main" id="{362AB73B-424C-A429-D4E5-5033CEB0BFBA}"/>
              </a:ext>
            </a:extLst>
          </p:cNvPr>
          <p:cNvSpPr txBox="1"/>
          <p:nvPr/>
        </p:nvSpPr>
        <p:spPr bwMode="gray">
          <a:xfrm>
            <a:off x="7133322" y="5817180"/>
            <a:ext cx="1664314" cy="817418"/>
          </a:xfrm>
          <a:prstGeom prst="rect">
            <a:avLst/>
          </a:prstGeom>
          <a:noFill/>
        </p:spPr>
        <p:txBody>
          <a:bodyPr wrap="square" lIns="144000" tIns="144000" rIns="144000" bIns="0" rtlCol="0">
            <a:no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100" b="1" dirty="0">
                <a:solidFill>
                  <a:schemeClr val="tx1"/>
                </a:solidFill>
              </a:rPr>
              <a:t>Randomisierung</a:t>
            </a:r>
            <a:endParaRPr lang="de-DE" sz="1400" b="1" dirty="0">
              <a:solidFill>
                <a:schemeClr val="tx1"/>
              </a:solidFill>
            </a:endParaRPr>
          </a:p>
        </p:txBody>
      </p:sp>
      <p:sp>
        <p:nvSpPr>
          <p:cNvPr id="89" name="Textfeld 88">
            <a:extLst>
              <a:ext uri="{FF2B5EF4-FFF2-40B4-BE49-F238E27FC236}">
                <a16:creationId xmlns:a16="http://schemas.microsoft.com/office/drawing/2014/main" id="{05742705-77C9-5DA0-1029-556E6DF1C02E}"/>
              </a:ext>
            </a:extLst>
          </p:cNvPr>
          <p:cNvSpPr txBox="1"/>
          <p:nvPr/>
        </p:nvSpPr>
        <p:spPr bwMode="gray">
          <a:xfrm>
            <a:off x="8604700" y="1245133"/>
            <a:ext cx="1664314" cy="817418"/>
          </a:xfrm>
          <a:prstGeom prst="rect">
            <a:avLst/>
          </a:prstGeom>
          <a:noFill/>
        </p:spPr>
        <p:txBody>
          <a:bodyPr wrap="square" lIns="144000" tIns="144000" rIns="144000" bIns="0" rtlCol="0">
            <a:no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100" b="1" dirty="0">
                <a:solidFill>
                  <a:schemeClr val="tx1"/>
                </a:solidFill>
              </a:rPr>
              <a:t>Kontrolle</a:t>
            </a:r>
            <a:endParaRPr lang="de-DE" sz="1400" b="1" dirty="0">
              <a:solidFill>
                <a:schemeClr val="tx1"/>
              </a:solidFill>
            </a:endParaRPr>
          </a:p>
        </p:txBody>
      </p:sp>
      <p:sp>
        <p:nvSpPr>
          <p:cNvPr id="90" name="Textfeld 89">
            <a:extLst>
              <a:ext uri="{FF2B5EF4-FFF2-40B4-BE49-F238E27FC236}">
                <a16:creationId xmlns:a16="http://schemas.microsoft.com/office/drawing/2014/main" id="{F9630954-CCE2-4F4C-B57D-47809868AF4B}"/>
              </a:ext>
            </a:extLst>
          </p:cNvPr>
          <p:cNvSpPr txBox="1"/>
          <p:nvPr/>
        </p:nvSpPr>
        <p:spPr bwMode="gray">
          <a:xfrm>
            <a:off x="8615763" y="3639528"/>
            <a:ext cx="1664314" cy="817418"/>
          </a:xfrm>
          <a:prstGeom prst="rect">
            <a:avLst/>
          </a:prstGeom>
          <a:noFill/>
        </p:spPr>
        <p:txBody>
          <a:bodyPr wrap="square" lIns="144000" tIns="144000" rIns="144000" bIns="0" rtlCol="0">
            <a:no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100" b="1" dirty="0">
                <a:solidFill>
                  <a:schemeClr val="tx1"/>
                </a:solidFill>
              </a:rPr>
              <a:t>Kontrolle</a:t>
            </a:r>
            <a:endParaRPr lang="de-DE" sz="1400" b="1" dirty="0">
              <a:solidFill>
                <a:schemeClr val="tx1"/>
              </a:solidFill>
            </a:endParaRPr>
          </a:p>
        </p:txBody>
      </p:sp>
      <p:sp>
        <p:nvSpPr>
          <p:cNvPr id="91" name="Textfeld 90">
            <a:extLst>
              <a:ext uri="{FF2B5EF4-FFF2-40B4-BE49-F238E27FC236}">
                <a16:creationId xmlns:a16="http://schemas.microsoft.com/office/drawing/2014/main" id="{3502B23E-D8E2-57BD-B279-65C399042539}"/>
              </a:ext>
            </a:extLst>
          </p:cNvPr>
          <p:cNvSpPr txBox="1"/>
          <p:nvPr/>
        </p:nvSpPr>
        <p:spPr bwMode="gray">
          <a:xfrm>
            <a:off x="8582853" y="2587337"/>
            <a:ext cx="1918892" cy="817418"/>
          </a:xfrm>
          <a:prstGeom prst="rect">
            <a:avLst/>
          </a:prstGeom>
          <a:noFill/>
        </p:spPr>
        <p:txBody>
          <a:bodyPr wrap="square" lIns="144000" tIns="144000" rIns="144000" bIns="0" rtlCol="0">
            <a:no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100" b="1" dirty="0">
                <a:solidFill>
                  <a:schemeClr val="tx1"/>
                </a:solidFill>
              </a:rPr>
              <a:t>Behandlung</a:t>
            </a:r>
            <a:endParaRPr lang="de-DE" sz="1400" b="1" dirty="0">
              <a:solidFill>
                <a:schemeClr val="tx1"/>
              </a:solidFill>
            </a:endParaRPr>
          </a:p>
        </p:txBody>
      </p:sp>
      <p:sp>
        <p:nvSpPr>
          <p:cNvPr id="92" name="Textfeld 91">
            <a:extLst>
              <a:ext uri="{FF2B5EF4-FFF2-40B4-BE49-F238E27FC236}">
                <a16:creationId xmlns:a16="http://schemas.microsoft.com/office/drawing/2014/main" id="{618E6DB4-3FF7-E373-BF90-E42F772FD734}"/>
              </a:ext>
            </a:extLst>
          </p:cNvPr>
          <p:cNvSpPr txBox="1"/>
          <p:nvPr/>
        </p:nvSpPr>
        <p:spPr bwMode="gray">
          <a:xfrm>
            <a:off x="8599680" y="4965666"/>
            <a:ext cx="1664314" cy="817418"/>
          </a:xfrm>
          <a:prstGeom prst="rect">
            <a:avLst/>
          </a:prstGeom>
          <a:noFill/>
        </p:spPr>
        <p:txBody>
          <a:bodyPr wrap="square" lIns="144000" tIns="144000" rIns="144000" bIns="0" rtlCol="0">
            <a:no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100" b="1" dirty="0">
                <a:solidFill>
                  <a:schemeClr val="tx1"/>
                </a:solidFill>
              </a:rPr>
              <a:t>Behandlung</a:t>
            </a:r>
            <a:endParaRPr lang="de-DE" sz="1400" b="1" dirty="0">
              <a:solidFill>
                <a:schemeClr val="tx1"/>
              </a:solidFill>
            </a:endParaRPr>
          </a:p>
        </p:txBody>
      </p:sp>
      <p:grpSp>
        <p:nvGrpSpPr>
          <p:cNvPr id="99" name="Gruppieren 98">
            <a:extLst>
              <a:ext uri="{FF2B5EF4-FFF2-40B4-BE49-F238E27FC236}">
                <a16:creationId xmlns:a16="http://schemas.microsoft.com/office/drawing/2014/main" id="{A0B5AADA-9EE0-42BD-8DEE-AC7A050A8DC4}"/>
              </a:ext>
            </a:extLst>
          </p:cNvPr>
          <p:cNvGrpSpPr/>
          <p:nvPr/>
        </p:nvGrpSpPr>
        <p:grpSpPr>
          <a:xfrm>
            <a:off x="4041738" y="894074"/>
            <a:ext cx="622253" cy="4778393"/>
            <a:chOff x="4041738" y="894074"/>
            <a:chExt cx="622253" cy="4778393"/>
          </a:xfrm>
        </p:grpSpPr>
        <p:pic>
          <p:nvPicPr>
            <p:cNvPr id="26" name="Grafik 25" descr="Mann mit einfarbiger Füllung">
              <a:extLst>
                <a:ext uri="{FF2B5EF4-FFF2-40B4-BE49-F238E27FC236}">
                  <a16:creationId xmlns:a16="http://schemas.microsoft.com/office/drawing/2014/main" id="{CD0E24C8-7FF8-CFB4-5ADE-4C85CB4A0DD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044000" y="1487499"/>
              <a:ext cx="609600" cy="609600"/>
            </a:xfrm>
            <a:prstGeom prst="rect">
              <a:avLst/>
            </a:prstGeom>
          </p:spPr>
        </p:pic>
        <p:pic>
          <p:nvPicPr>
            <p:cNvPr id="28" name="Grafik 27" descr="Frau mit einfarbiger Füllung">
              <a:extLst>
                <a:ext uri="{FF2B5EF4-FFF2-40B4-BE49-F238E27FC236}">
                  <a16:creationId xmlns:a16="http://schemas.microsoft.com/office/drawing/2014/main" id="{41A093CA-620C-993A-AF69-50F8502FE3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041738" y="894074"/>
              <a:ext cx="588818" cy="588818"/>
            </a:xfrm>
            <a:prstGeom prst="rect">
              <a:avLst/>
            </a:prstGeom>
          </p:spPr>
        </p:pic>
        <p:pic>
          <p:nvPicPr>
            <p:cNvPr id="29" name="Grafik 28" descr="Frau mit einfarbiger Füllung">
              <a:extLst>
                <a:ext uri="{FF2B5EF4-FFF2-40B4-BE49-F238E27FC236}">
                  <a16:creationId xmlns:a16="http://schemas.microsoft.com/office/drawing/2014/main" id="{C89D07AB-743D-688F-FA80-13B9D3B79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054391" y="2692332"/>
              <a:ext cx="588818" cy="588818"/>
            </a:xfrm>
            <a:prstGeom prst="rect">
              <a:avLst/>
            </a:prstGeom>
          </p:spPr>
        </p:pic>
        <p:pic>
          <p:nvPicPr>
            <p:cNvPr id="30" name="Grafik 29" descr="Frau mit einfarbiger Füllung">
              <a:extLst>
                <a:ext uri="{FF2B5EF4-FFF2-40B4-BE49-F238E27FC236}">
                  <a16:creationId xmlns:a16="http://schemas.microsoft.com/office/drawing/2014/main" id="{F4636562-27B4-8146-6771-60FA2D0CB4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054391" y="3281027"/>
              <a:ext cx="588818" cy="588818"/>
            </a:xfrm>
            <a:prstGeom prst="rect">
              <a:avLst/>
            </a:prstGeom>
          </p:spPr>
        </p:pic>
        <p:pic>
          <p:nvPicPr>
            <p:cNvPr id="31" name="Grafik 30" descr="Mann mit einfarbiger Füllung">
              <a:extLst>
                <a:ext uri="{FF2B5EF4-FFF2-40B4-BE49-F238E27FC236}">
                  <a16:creationId xmlns:a16="http://schemas.microsoft.com/office/drawing/2014/main" id="{32AE6C4E-265E-05F1-828D-AB71A3697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054391" y="3862839"/>
              <a:ext cx="609600" cy="609600"/>
            </a:xfrm>
            <a:prstGeom prst="rect">
              <a:avLst/>
            </a:prstGeom>
          </p:spPr>
        </p:pic>
        <p:pic>
          <p:nvPicPr>
            <p:cNvPr id="32" name="Grafik 31" descr="Mann mit einfarbiger Füllung">
              <a:extLst>
                <a:ext uri="{FF2B5EF4-FFF2-40B4-BE49-F238E27FC236}">
                  <a16:creationId xmlns:a16="http://schemas.microsoft.com/office/drawing/2014/main" id="{24D925E3-2869-4756-8804-E22DDC5448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054391" y="4480016"/>
              <a:ext cx="609600" cy="609600"/>
            </a:xfrm>
            <a:prstGeom prst="rect">
              <a:avLst/>
            </a:prstGeom>
          </p:spPr>
        </p:pic>
        <p:pic>
          <p:nvPicPr>
            <p:cNvPr id="33" name="Grafik 32" descr="Frau mit einfarbiger Füllung">
              <a:extLst>
                <a:ext uri="{FF2B5EF4-FFF2-40B4-BE49-F238E27FC236}">
                  <a16:creationId xmlns:a16="http://schemas.microsoft.com/office/drawing/2014/main" id="{AC8E295F-0D44-63FC-2007-10B5CC0E6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4064782" y="5083649"/>
              <a:ext cx="588818" cy="588818"/>
            </a:xfrm>
            <a:prstGeom prst="rect">
              <a:avLst/>
            </a:prstGeom>
          </p:spPr>
        </p:pic>
        <p:pic>
          <p:nvPicPr>
            <p:cNvPr id="96" name="Grafik 95" descr="Mann mit einfarbiger Füllung">
              <a:extLst>
                <a:ext uri="{FF2B5EF4-FFF2-40B4-BE49-F238E27FC236}">
                  <a16:creationId xmlns:a16="http://schemas.microsoft.com/office/drawing/2014/main" id="{1233BEF9-7B1D-E562-DC71-C1AF811D7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044000" y="2101706"/>
              <a:ext cx="609600" cy="609600"/>
            </a:xfrm>
            <a:prstGeom prst="rect">
              <a:avLst/>
            </a:prstGeom>
          </p:spPr>
        </p:pic>
      </p:grpSp>
      <p:pic>
        <p:nvPicPr>
          <p:cNvPr id="97" name="Grafik 96" descr="Mann mit einfarbiger Füllung">
            <a:extLst>
              <a:ext uri="{FF2B5EF4-FFF2-40B4-BE49-F238E27FC236}">
                <a16:creationId xmlns:a16="http://schemas.microsoft.com/office/drawing/2014/main" id="{0ACC10BA-4B1F-39B4-DC12-C90DD6D9167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72231" y="1915570"/>
            <a:ext cx="609600" cy="609600"/>
          </a:xfrm>
          <a:prstGeom prst="rect">
            <a:avLst/>
          </a:prstGeom>
        </p:spPr>
      </p:pic>
      <p:pic>
        <p:nvPicPr>
          <p:cNvPr id="98" name="Grafik 97" descr="Mann mit einfarbiger Füllung">
            <a:extLst>
              <a:ext uri="{FF2B5EF4-FFF2-40B4-BE49-F238E27FC236}">
                <a16:creationId xmlns:a16="http://schemas.microsoft.com/office/drawing/2014/main" id="{D962403D-E55F-2A4C-037A-FDE9D58E7EE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60753" y="254148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032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80678-2029-8D37-39CA-503349835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3FAD844-562F-5CD2-55C3-5F1894AED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223402"/>
            <a:ext cx="7416000" cy="936000"/>
          </a:xfrm>
        </p:spPr>
        <p:txBody>
          <a:bodyPr/>
          <a:lstStyle/>
          <a:p>
            <a:r>
              <a:rPr lang="de-DE" dirty="0" err="1"/>
              <a:t>Matching</a:t>
            </a:r>
            <a:r>
              <a:rPr lang="de-DE" dirty="0"/>
              <a:t>/Parallelisierung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DB735DC-3971-062E-B713-F6FD9780EA6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9E9C37E-8A19-4E30-BE2B-5A966AD23C7A}" type="slidenum">
              <a:rPr lang="de-DE" smtClean="0"/>
              <a:pPr/>
              <a:t>3</a:t>
            </a:fld>
            <a:endParaRPr lang="de-DE"/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40B6E94D-4872-DC70-7A0E-6A0A3F200BFE}"/>
              </a:ext>
            </a:extLst>
          </p:cNvPr>
          <p:cNvGrpSpPr/>
          <p:nvPr/>
        </p:nvGrpSpPr>
        <p:grpSpPr>
          <a:xfrm>
            <a:off x="872836" y="2486979"/>
            <a:ext cx="1953488" cy="1884041"/>
            <a:chOff x="872836" y="2486979"/>
            <a:chExt cx="1953488" cy="1884041"/>
          </a:xfrm>
          <a:solidFill>
            <a:schemeClr val="accent1"/>
          </a:solidFill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4C5DF083-EC2C-6E82-DC56-7EF08F5AB5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72836" y="3048089"/>
              <a:ext cx="602672" cy="602672"/>
            </a:xfrm>
            <a:prstGeom prst="rect">
              <a:avLst/>
            </a:prstGeom>
          </p:spPr>
        </p:pic>
        <p:pic>
          <p:nvPicPr>
            <p:cNvPr id="10" name="Grafik 9" descr="Frau mit einfarbiger Füllung">
              <a:extLst>
                <a:ext uri="{FF2B5EF4-FFF2-40B4-BE49-F238E27FC236}">
                  <a16:creationId xmlns:a16="http://schemas.microsoft.com/office/drawing/2014/main" id="{596777C8-17EA-1812-3E08-D0CA851A0C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81099" y="2725793"/>
              <a:ext cx="588818" cy="588818"/>
            </a:xfrm>
            <a:prstGeom prst="rect">
              <a:avLst/>
            </a:prstGeom>
          </p:spPr>
        </p:pic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5698879D-7E83-26A2-170F-85749CD28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63336" y="3562261"/>
              <a:ext cx="602672" cy="602672"/>
            </a:xfrm>
            <a:prstGeom prst="rect">
              <a:avLst/>
            </a:prstGeom>
          </p:spPr>
        </p:pic>
        <p:pic>
          <p:nvPicPr>
            <p:cNvPr id="12" name="Grafik 11" descr="Mann mit einfarbiger Füllung">
              <a:extLst>
                <a:ext uri="{FF2B5EF4-FFF2-40B4-BE49-F238E27FC236}">
                  <a16:creationId xmlns:a16="http://schemas.microsoft.com/office/drawing/2014/main" id="{579EC104-3342-8C62-EE37-1E9F4E6AB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21469" y="3623721"/>
              <a:ext cx="602672" cy="602672"/>
            </a:xfrm>
            <a:prstGeom prst="rect">
              <a:avLst/>
            </a:prstGeom>
          </p:spPr>
        </p:pic>
        <p:pic>
          <p:nvPicPr>
            <p:cNvPr id="13" name="Grafik 12" descr="Mann mit einfarbiger Füllung">
              <a:extLst>
                <a:ext uri="{FF2B5EF4-FFF2-40B4-BE49-F238E27FC236}">
                  <a16:creationId xmlns:a16="http://schemas.microsoft.com/office/drawing/2014/main" id="{3E376B9D-F148-3112-B78B-2E684C8B25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76793" y="3768348"/>
              <a:ext cx="602672" cy="602672"/>
            </a:xfrm>
            <a:prstGeom prst="rect">
              <a:avLst/>
            </a:prstGeom>
          </p:spPr>
        </p:pic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D46AD1EF-EE94-5D1F-3EB6-46EC6C09B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08016" y="2563003"/>
              <a:ext cx="602672" cy="602672"/>
            </a:xfrm>
            <a:prstGeom prst="rect">
              <a:avLst/>
            </a:prstGeom>
          </p:spPr>
        </p:pic>
        <p:pic>
          <p:nvPicPr>
            <p:cNvPr id="15" name="Grafik 14" descr="Frau mit einfarbiger Füllung">
              <a:extLst>
                <a:ext uri="{FF2B5EF4-FFF2-40B4-BE49-F238E27FC236}">
                  <a16:creationId xmlns:a16="http://schemas.microsoft.com/office/drawing/2014/main" id="{96E550E0-898D-DD3B-50EE-AE1B28B6EA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62098" y="3065052"/>
              <a:ext cx="588818" cy="588818"/>
            </a:xfrm>
            <a:prstGeom prst="rect">
              <a:avLst/>
            </a:prstGeom>
          </p:spPr>
        </p:pic>
        <p:pic>
          <p:nvPicPr>
            <p:cNvPr id="16" name="Grafik 15" descr="Frau mit einfarbiger Füllung">
              <a:extLst>
                <a:ext uri="{FF2B5EF4-FFF2-40B4-BE49-F238E27FC236}">
                  <a16:creationId xmlns:a16="http://schemas.microsoft.com/office/drawing/2014/main" id="{10825A87-E7AD-C71B-FC1A-BE46FCF6E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91984" y="3561551"/>
              <a:ext cx="588818" cy="588818"/>
            </a:xfrm>
            <a:prstGeom prst="rect">
              <a:avLst/>
            </a:prstGeom>
          </p:spPr>
        </p:pic>
        <p:pic>
          <p:nvPicPr>
            <p:cNvPr id="17" name="Grafik 16" descr="Frau mit einfarbiger Füllung">
              <a:extLst>
                <a:ext uri="{FF2B5EF4-FFF2-40B4-BE49-F238E27FC236}">
                  <a16:creationId xmlns:a16="http://schemas.microsoft.com/office/drawing/2014/main" id="{E6B957B6-8C72-78DF-6F73-379F67EAE5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37506" y="3013275"/>
              <a:ext cx="588818" cy="588818"/>
            </a:xfrm>
            <a:prstGeom prst="rect">
              <a:avLst/>
            </a:prstGeom>
          </p:spPr>
        </p:pic>
        <p:pic>
          <p:nvPicPr>
            <p:cNvPr id="18" name="Grafik 17" descr="Frau mit einfarbiger Füllung">
              <a:extLst>
                <a:ext uri="{FF2B5EF4-FFF2-40B4-BE49-F238E27FC236}">
                  <a16:creationId xmlns:a16="http://schemas.microsoft.com/office/drawing/2014/main" id="{7580714A-9D38-52B4-A0A6-E8754594D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36961" y="3172424"/>
              <a:ext cx="588818" cy="588818"/>
            </a:xfrm>
            <a:prstGeom prst="rect">
              <a:avLst/>
            </a:prstGeom>
          </p:spPr>
        </p:pic>
        <p:pic>
          <p:nvPicPr>
            <p:cNvPr id="19" name="Grafik 18" descr="Mann mit einfarbiger Füllung">
              <a:extLst>
                <a:ext uri="{FF2B5EF4-FFF2-40B4-BE49-F238E27FC236}">
                  <a16:creationId xmlns:a16="http://schemas.microsoft.com/office/drawing/2014/main" id="{67EB7709-B2B9-1656-4F96-FB171B2BF5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57395" y="2700172"/>
              <a:ext cx="602672" cy="602672"/>
            </a:xfrm>
            <a:prstGeom prst="rect">
              <a:avLst/>
            </a:prstGeom>
          </p:spPr>
        </p:pic>
        <p:pic>
          <p:nvPicPr>
            <p:cNvPr id="20" name="Grafik 19" descr="Mann mit einfarbiger Füllung">
              <a:extLst>
                <a:ext uri="{FF2B5EF4-FFF2-40B4-BE49-F238E27FC236}">
                  <a16:creationId xmlns:a16="http://schemas.microsoft.com/office/drawing/2014/main" id="{B4ACEE25-CD83-103B-07D8-6CE0C18839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11923" y="3234594"/>
              <a:ext cx="602672" cy="602672"/>
            </a:xfrm>
            <a:prstGeom prst="rect">
              <a:avLst/>
            </a:prstGeom>
          </p:spPr>
        </p:pic>
        <p:pic>
          <p:nvPicPr>
            <p:cNvPr id="21" name="Grafik 20" descr="Mann mit einfarbiger Füllung">
              <a:extLst>
                <a:ext uri="{FF2B5EF4-FFF2-40B4-BE49-F238E27FC236}">
                  <a16:creationId xmlns:a16="http://schemas.microsoft.com/office/drawing/2014/main" id="{67C66E7D-4E89-712C-7680-F50DFEFA2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75508" y="2486979"/>
              <a:ext cx="602672" cy="602672"/>
            </a:xfrm>
            <a:prstGeom prst="rect">
              <a:avLst/>
            </a:prstGeom>
          </p:spPr>
        </p:pic>
      </p:grpSp>
      <p:sp>
        <p:nvSpPr>
          <p:cNvPr id="23" name="Textfeld 22">
            <a:extLst>
              <a:ext uri="{FF2B5EF4-FFF2-40B4-BE49-F238E27FC236}">
                <a16:creationId xmlns:a16="http://schemas.microsoft.com/office/drawing/2014/main" id="{DCE8FC05-CEA9-DDD3-20CD-11501AA47A07}"/>
              </a:ext>
            </a:extLst>
          </p:cNvPr>
          <p:cNvSpPr txBox="1"/>
          <p:nvPr/>
        </p:nvSpPr>
        <p:spPr bwMode="gray">
          <a:xfrm>
            <a:off x="1274610" y="4473508"/>
            <a:ext cx="1449531" cy="817418"/>
          </a:xfrm>
          <a:prstGeom prst="rect">
            <a:avLst/>
          </a:prstGeom>
          <a:noFill/>
        </p:spPr>
        <p:txBody>
          <a:bodyPr wrap="square" lIns="144000" tIns="144000" rIns="144000" bIns="0" rtlCol="0">
            <a:noAutofit/>
          </a:bodyPr>
          <a:lstStyle/>
          <a:p>
            <a:pPr algn="l">
              <a:lnSpc>
                <a:spcPct val="1120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100" b="1" dirty="0">
                <a:solidFill>
                  <a:schemeClr val="tx1"/>
                </a:solidFill>
              </a:rPr>
              <a:t>Patienten-population</a:t>
            </a:r>
            <a:endParaRPr lang="de-DE" sz="1400" b="1" dirty="0">
              <a:solidFill>
                <a:schemeClr val="tx1"/>
              </a:solidFill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5807241D-40B2-2D62-445C-8F011B4554BD}"/>
              </a:ext>
            </a:extLst>
          </p:cNvPr>
          <p:cNvSpPr txBox="1"/>
          <p:nvPr/>
        </p:nvSpPr>
        <p:spPr bwMode="gray">
          <a:xfrm>
            <a:off x="3423445" y="5760437"/>
            <a:ext cx="1738278" cy="817418"/>
          </a:xfrm>
          <a:prstGeom prst="rect">
            <a:avLst/>
          </a:prstGeom>
          <a:noFill/>
        </p:spPr>
        <p:txBody>
          <a:bodyPr wrap="square" lIns="144000" tIns="144000" rIns="144000" bIns="0" rtlCol="0">
            <a:no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100" b="1" dirty="0">
                <a:solidFill>
                  <a:schemeClr val="tx1"/>
                </a:solidFill>
              </a:rPr>
              <a:t>Messen und Sortieren nach SV z.B. Extraversion-Score</a:t>
            </a:r>
            <a:endParaRPr lang="de-DE" sz="1400" b="1" dirty="0">
              <a:solidFill>
                <a:schemeClr val="tx1"/>
              </a:solidFill>
            </a:endParaRPr>
          </a:p>
        </p:txBody>
      </p:sp>
      <p:pic>
        <p:nvPicPr>
          <p:cNvPr id="38" name="Grafik 37" descr="Frau mit einfarbiger Füllung">
            <a:extLst>
              <a:ext uri="{FF2B5EF4-FFF2-40B4-BE49-F238E27FC236}">
                <a16:creationId xmlns:a16="http://schemas.microsoft.com/office/drawing/2014/main" id="{D195E66C-A504-03E8-1F41-E161BB4E47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28330" y="1261980"/>
            <a:ext cx="588818" cy="588818"/>
          </a:xfrm>
          <a:prstGeom prst="rect">
            <a:avLst/>
          </a:prstGeom>
        </p:spPr>
      </p:pic>
      <p:pic>
        <p:nvPicPr>
          <p:cNvPr id="39" name="Grafik 38" descr="Mann mit einfarbiger Füllung">
            <a:extLst>
              <a:ext uri="{FF2B5EF4-FFF2-40B4-BE49-F238E27FC236}">
                <a16:creationId xmlns:a16="http://schemas.microsoft.com/office/drawing/2014/main" id="{7B903B00-1680-C93A-5559-497FA8649B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67303" y="1266835"/>
            <a:ext cx="609600" cy="609600"/>
          </a:xfrm>
          <a:prstGeom prst="rect">
            <a:avLst/>
          </a:prstGeom>
        </p:spPr>
      </p:pic>
      <p:pic>
        <p:nvPicPr>
          <p:cNvPr id="40" name="Grafik 39" descr="Frau mit einfarbiger Füllung">
            <a:extLst>
              <a:ext uri="{FF2B5EF4-FFF2-40B4-BE49-F238E27FC236}">
                <a16:creationId xmlns:a16="http://schemas.microsoft.com/office/drawing/2014/main" id="{5E1889DD-7A4C-A8F0-2615-F08D1365161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37870" y="2489576"/>
            <a:ext cx="588818" cy="588818"/>
          </a:xfrm>
          <a:prstGeom prst="rect">
            <a:avLst/>
          </a:prstGeom>
        </p:spPr>
      </p:pic>
      <p:pic>
        <p:nvPicPr>
          <p:cNvPr id="41" name="Grafik 40" descr="Frau mit einfarbiger Füllung">
            <a:extLst>
              <a:ext uri="{FF2B5EF4-FFF2-40B4-BE49-F238E27FC236}">
                <a16:creationId xmlns:a16="http://schemas.microsoft.com/office/drawing/2014/main" id="{DB39D3EF-1321-2D5F-15E8-390CEE82970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172114" y="3734584"/>
            <a:ext cx="588818" cy="588818"/>
          </a:xfrm>
          <a:prstGeom prst="rect">
            <a:avLst/>
          </a:prstGeom>
        </p:spPr>
      </p:pic>
      <p:pic>
        <p:nvPicPr>
          <p:cNvPr id="42" name="Grafik 41" descr="Mann mit einfarbiger Füllung">
            <a:extLst>
              <a:ext uri="{FF2B5EF4-FFF2-40B4-BE49-F238E27FC236}">
                <a16:creationId xmlns:a16="http://schemas.microsoft.com/office/drawing/2014/main" id="{0699607A-FDB9-69DF-B790-651A71BA48E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09579" y="3726030"/>
            <a:ext cx="609600" cy="609600"/>
          </a:xfrm>
          <a:prstGeom prst="rect">
            <a:avLst/>
          </a:prstGeom>
        </p:spPr>
      </p:pic>
      <p:pic>
        <p:nvPicPr>
          <p:cNvPr id="43" name="Grafik 42" descr="Mann mit einfarbiger Füllung">
            <a:extLst>
              <a:ext uri="{FF2B5EF4-FFF2-40B4-BE49-F238E27FC236}">
                <a16:creationId xmlns:a16="http://schemas.microsoft.com/office/drawing/2014/main" id="{8AF00DDD-3AEC-FC18-716B-0B587832B03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161723" y="4817084"/>
            <a:ext cx="609600" cy="609600"/>
          </a:xfrm>
          <a:prstGeom prst="rect">
            <a:avLst/>
          </a:prstGeom>
        </p:spPr>
      </p:pic>
      <p:pic>
        <p:nvPicPr>
          <p:cNvPr id="44" name="Grafik 43" descr="Frau mit einfarbiger Füllung">
            <a:extLst>
              <a:ext uri="{FF2B5EF4-FFF2-40B4-BE49-F238E27FC236}">
                <a16:creationId xmlns:a16="http://schemas.microsoft.com/office/drawing/2014/main" id="{70E419D3-9C29-1B85-4E16-A82424CD2D6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519159" y="4825727"/>
            <a:ext cx="588818" cy="588818"/>
          </a:xfrm>
          <a:prstGeom prst="rect">
            <a:avLst/>
          </a:prstGeom>
        </p:spPr>
      </p:pic>
      <p:sp>
        <p:nvSpPr>
          <p:cNvPr id="47" name="Textfeld 46">
            <a:extLst>
              <a:ext uri="{FF2B5EF4-FFF2-40B4-BE49-F238E27FC236}">
                <a16:creationId xmlns:a16="http://schemas.microsoft.com/office/drawing/2014/main" id="{C1877C53-053F-EBC1-EFC1-C60FCBDBC433}"/>
              </a:ext>
            </a:extLst>
          </p:cNvPr>
          <p:cNvSpPr txBox="1"/>
          <p:nvPr/>
        </p:nvSpPr>
        <p:spPr bwMode="gray">
          <a:xfrm>
            <a:off x="5152481" y="5697438"/>
            <a:ext cx="1449531" cy="817418"/>
          </a:xfrm>
          <a:prstGeom prst="rect">
            <a:avLst/>
          </a:prstGeom>
          <a:noFill/>
        </p:spPr>
        <p:txBody>
          <a:bodyPr wrap="square" lIns="144000" tIns="144000" rIns="144000" bIns="0" rtlCol="0">
            <a:no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100" b="1" dirty="0">
                <a:solidFill>
                  <a:schemeClr val="tx1"/>
                </a:solidFill>
              </a:rPr>
              <a:t>Paare bilden mit ähnlicher Ausprägung der SV</a:t>
            </a:r>
            <a:endParaRPr lang="de-DE" sz="1400" b="1" dirty="0">
              <a:solidFill>
                <a:schemeClr val="tx1"/>
              </a:solidFill>
            </a:endParaRP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E585A34E-55E5-FDB8-B27D-C81AB4518700}"/>
              </a:ext>
            </a:extLst>
          </p:cNvPr>
          <p:cNvSpPr txBox="1"/>
          <p:nvPr/>
        </p:nvSpPr>
        <p:spPr bwMode="gray">
          <a:xfrm>
            <a:off x="7744691" y="3131127"/>
            <a:ext cx="0" cy="0"/>
          </a:xfrm>
          <a:prstGeom prst="rect">
            <a:avLst/>
          </a:prstGeom>
          <a:noFill/>
        </p:spPr>
        <p:txBody>
          <a:bodyPr wrap="none" lIns="144000" tIns="144000" rIns="144000" bIns="0" rtlCol="0">
            <a:noAutofit/>
          </a:bodyPr>
          <a:lstStyle/>
          <a:p>
            <a:pPr marL="180000" indent="-180000" algn="l">
              <a:lnSpc>
                <a:spcPct val="112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"/>
            </a:pPr>
            <a:endParaRPr lang="de-DE" sz="1400" dirty="0" err="1">
              <a:solidFill>
                <a:schemeClr val="tx1"/>
              </a:solidFill>
            </a:endParaRPr>
          </a:p>
        </p:txBody>
      </p:sp>
      <p:sp>
        <p:nvSpPr>
          <p:cNvPr id="72" name="Geschweifte Klammer rechts 71">
            <a:extLst>
              <a:ext uri="{FF2B5EF4-FFF2-40B4-BE49-F238E27FC236}">
                <a16:creationId xmlns:a16="http://schemas.microsoft.com/office/drawing/2014/main" id="{4A940928-6894-C070-B427-D544F442C7C8}"/>
              </a:ext>
            </a:extLst>
          </p:cNvPr>
          <p:cNvSpPr/>
          <p:nvPr/>
        </p:nvSpPr>
        <p:spPr bwMode="gray">
          <a:xfrm flipH="1">
            <a:off x="2862391" y="1159402"/>
            <a:ext cx="602673" cy="4335965"/>
          </a:xfrm>
          <a:prstGeom prst="rightBrace">
            <a:avLst>
              <a:gd name="adj1" fmla="val 0"/>
              <a:gd name="adj2" fmla="val 50965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3" name="Geschweifte Klammer rechts 72">
            <a:extLst>
              <a:ext uri="{FF2B5EF4-FFF2-40B4-BE49-F238E27FC236}">
                <a16:creationId xmlns:a16="http://schemas.microsoft.com/office/drawing/2014/main" id="{8A649280-F7FD-7E0A-5419-AF8B8950D3B5}"/>
              </a:ext>
            </a:extLst>
          </p:cNvPr>
          <p:cNvSpPr/>
          <p:nvPr/>
        </p:nvSpPr>
        <p:spPr bwMode="gray">
          <a:xfrm>
            <a:off x="4610290" y="945972"/>
            <a:ext cx="609599" cy="1142823"/>
          </a:xfrm>
          <a:prstGeom prst="rightBrace">
            <a:avLst>
              <a:gd name="adj1" fmla="val 0"/>
              <a:gd name="adj2" fmla="val 50326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4" name="Geschweifte Klammer rechts 73">
            <a:extLst>
              <a:ext uri="{FF2B5EF4-FFF2-40B4-BE49-F238E27FC236}">
                <a16:creationId xmlns:a16="http://schemas.microsoft.com/office/drawing/2014/main" id="{C329F2FD-6D00-48C6-E65B-C664ACFE5F2C}"/>
              </a:ext>
            </a:extLst>
          </p:cNvPr>
          <p:cNvSpPr/>
          <p:nvPr/>
        </p:nvSpPr>
        <p:spPr bwMode="gray">
          <a:xfrm>
            <a:off x="4625657" y="2154445"/>
            <a:ext cx="602673" cy="1173914"/>
          </a:xfrm>
          <a:prstGeom prst="rightBrace">
            <a:avLst>
              <a:gd name="adj1" fmla="val 0"/>
              <a:gd name="adj2" fmla="val 50326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9" name="Geschweifte Klammer rechts 78">
            <a:extLst>
              <a:ext uri="{FF2B5EF4-FFF2-40B4-BE49-F238E27FC236}">
                <a16:creationId xmlns:a16="http://schemas.microsoft.com/office/drawing/2014/main" id="{3B027C2C-0C77-D614-DFC7-062D60D02EC4}"/>
              </a:ext>
            </a:extLst>
          </p:cNvPr>
          <p:cNvSpPr/>
          <p:nvPr/>
        </p:nvSpPr>
        <p:spPr bwMode="gray">
          <a:xfrm flipH="1">
            <a:off x="6285416" y="1098759"/>
            <a:ext cx="633193" cy="817418"/>
          </a:xfrm>
          <a:prstGeom prst="rightBrace">
            <a:avLst>
              <a:gd name="adj1" fmla="val 0"/>
              <a:gd name="adj2" fmla="val 50965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0" name="Grafik 79" descr="Frau mit einfarbiger Füllung">
            <a:extLst>
              <a:ext uri="{FF2B5EF4-FFF2-40B4-BE49-F238E27FC236}">
                <a16:creationId xmlns:a16="http://schemas.microsoft.com/office/drawing/2014/main" id="{5FD3A5DE-E199-2140-32C3-9B336F70A9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86784" y="1491094"/>
            <a:ext cx="588818" cy="588818"/>
          </a:xfrm>
          <a:prstGeom prst="rect">
            <a:avLst/>
          </a:prstGeom>
        </p:spPr>
      </p:pic>
      <p:pic>
        <p:nvPicPr>
          <p:cNvPr id="81" name="Grafik 80" descr="Frau mit einfarbiger Füllung">
            <a:extLst>
              <a:ext uri="{FF2B5EF4-FFF2-40B4-BE49-F238E27FC236}">
                <a16:creationId xmlns:a16="http://schemas.microsoft.com/office/drawing/2014/main" id="{92AA7063-1AE3-98AC-F241-4E11D5D7825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76347" y="2107580"/>
            <a:ext cx="588818" cy="588818"/>
          </a:xfrm>
          <a:prstGeom prst="rect">
            <a:avLst/>
          </a:prstGeom>
        </p:spPr>
      </p:pic>
      <p:pic>
        <p:nvPicPr>
          <p:cNvPr id="82" name="Grafik 81" descr="Mann mit einfarbiger Füllung">
            <a:extLst>
              <a:ext uri="{FF2B5EF4-FFF2-40B4-BE49-F238E27FC236}">
                <a16:creationId xmlns:a16="http://schemas.microsoft.com/office/drawing/2014/main" id="{A22863DA-7D10-7CAD-5439-8154E598B82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66002" y="879917"/>
            <a:ext cx="609600" cy="609600"/>
          </a:xfrm>
          <a:prstGeom prst="rect">
            <a:avLst/>
          </a:prstGeom>
        </p:spPr>
      </p:pic>
      <p:sp>
        <p:nvSpPr>
          <p:cNvPr id="83" name="Geschweifte Klammer rechts 82">
            <a:extLst>
              <a:ext uri="{FF2B5EF4-FFF2-40B4-BE49-F238E27FC236}">
                <a16:creationId xmlns:a16="http://schemas.microsoft.com/office/drawing/2014/main" id="{F4205E26-D4D4-2C74-FC1A-82C154224BE0}"/>
              </a:ext>
            </a:extLst>
          </p:cNvPr>
          <p:cNvSpPr/>
          <p:nvPr/>
        </p:nvSpPr>
        <p:spPr bwMode="gray">
          <a:xfrm flipH="1">
            <a:off x="6272396" y="2310695"/>
            <a:ext cx="598304" cy="861729"/>
          </a:xfrm>
          <a:prstGeom prst="rightBrace">
            <a:avLst>
              <a:gd name="adj1" fmla="val 0"/>
              <a:gd name="adj2" fmla="val 50965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4" name="Grafik 83" descr="Frau mit einfarbiger Füllung">
            <a:extLst>
              <a:ext uri="{FF2B5EF4-FFF2-40B4-BE49-F238E27FC236}">
                <a16:creationId xmlns:a16="http://schemas.microsoft.com/office/drawing/2014/main" id="{A75158E2-7994-9A91-FF83-8853D040704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38913" y="3328361"/>
            <a:ext cx="588818" cy="588818"/>
          </a:xfrm>
          <a:prstGeom prst="rect">
            <a:avLst/>
          </a:prstGeom>
        </p:spPr>
      </p:pic>
      <p:pic>
        <p:nvPicPr>
          <p:cNvPr id="85" name="Grafik 84" descr="Mann mit einfarbiger Füllung">
            <a:extLst>
              <a:ext uri="{FF2B5EF4-FFF2-40B4-BE49-F238E27FC236}">
                <a16:creationId xmlns:a16="http://schemas.microsoft.com/office/drawing/2014/main" id="{1EFB624E-A38A-23C6-EEA5-5B1863DC925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809859" y="4512284"/>
            <a:ext cx="609600" cy="609600"/>
          </a:xfrm>
          <a:prstGeom prst="rect">
            <a:avLst/>
          </a:prstGeom>
        </p:spPr>
      </p:pic>
      <p:pic>
        <p:nvPicPr>
          <p:cNvPr id="86" name="Grafik 85" descr="Mann mit einfarbiger Füllung">
            <a:extLst>
              <a:ext uri="{FF2B5EF4-FFF2-40B4-BE49-F238E27FC236}">
                <a16:creationId xmlns:a16="http://schemas.microsoft.com/office/drawing/2014/main" id="{1FE2B702-852C-5FD7-B051-879A875E604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834875" y="3921593"/>
            <a:ext cx="609600" cy="609600"/>
          </a:xfrm>
          <a:prstGeom prst="rect">
            <a:avLst/>
          </a:prstGeom>
        </p:spPr>
      </p:pic>
      <p:pic>
        <p:nvPicPr>
          <p:cNvPr id="87" name="Grafik 86" descr="Frau mit einfarbiger Füllung">
            <a:extLst>
              <a:ext uri="{FF2B5EF4-FFF2-40B4-BE49-F238E27FC236}">
                <a16:creationId xmlns:a16="http://schemas.microsoft.com/office/drawing/2014/main" id="{73DF5BAA-50B0-242A-F1D0-B5AEA734341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820250" y="5150317"/>
            <a:ext cx="588818" cy="588818"/>
          </a:xfrm>
          <a:prstGeom prst="rect">
            <a:avLst/>
          </a:prstGeom>
        </p:spPr>
      </p:pic>
      <p:sp>
        <p:nvSpPr>
          <p:cNvPr id="88" name="Textfeld 87">
            <a:extLst>
              <a:ext uri="{FF2B5EF4-FFF2-40B4-BE49-F238E27FC236}">
                <a16:creationId xmlns:a16="http://schemas.microsoft.com/office/drawing/2014/main" id="{86C2E4C9-51CE-5E19-1BEE-506E3D775F74}"/>
              </a:ext>
            </a:extLst>
          </p:cNvPr>
          <p:cNvSpPr txBox="1"/>
          <p:nvPr/>
        </p:nvSpPr>
        <p:spPr bwMode="gray">
          <a:xfrm>
            <a:off x="6700547" y="5872384"/>
            <a:ext cx="1664314" cy="817418"/>
          </a:xfrm>
          <a:prstGeom prst="rect">
            <a:avLst/>
          </a:prstGeom>
          <a:noFill/>
        </p:spPr>
        <p:txBody>
          <a:bodyPr wrap="square" lIns="144000" tIns="144000" rIns="144000" bIns="0" rtlCol="0">
            <a:no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100" b="1" dirty="0">
                <a:solidFill>
                  <a:schemeClr val="tx1"/>
                </a:solidFill>
              </a:rPr>
              <a:t>Randomisierung</a:t>
            </a:r>
            <a:endParaRPr lang="de-DE" sz="1400" b="1" dirty="0">
              <a:solidFill>
                <a:schemeClr val="tx1"/>
              </a:solidFill>
            </a:endParaRPr>
          </a:p>
        </p:txBody>
      </p:sp>
      <p:sp>
        <p:nvSpPr>
          <p:cNvPr id="89" name="Textfeld 88">
            <a:extLst>
              <a:ext uri="{FF2B5EF4-FFF2-40B4-BE49-F238E27FC236}">
                <a16:creationId xmlns:a16="http://schemas.microsoft.com/office/drawing/2014/main" id="{53476ED9-F50F-FE6E-923E-A84F339F31CB}"/>
              </a:ext>
            </a:extLst>
          </p:cNvPr>
          <p:cNvSpPr txBox="1"/>
          <p:nvPr/>
        </p:nvSpPr>
        <p:spPr bwMode="gray">
          <a:xfrm>
            <a:off x="7097231" y="998499"/>
            <a:ext cx="1664314" cy="817418"/>
          </a:xfrm>
          <a:prstGeom prst="rect">
            <a:avLst/>
          </a:prstGeom>
          <a:noFill/>
        </p:spPr>
        <p:txBody>
          <a:bodyPr wrap="square" lIns="144000" tIns="144000" rIns="144000" bIns="0" rtlCol="0">
            <a:no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100" b="1" dirty="0">
                <a:solidFill>
                  <a:schemeClr val="tx1"/>
                </a:solidFill>
              </a:rPr>
              <a:t>Kontrolle</a:t>
            </a:r>
            <a:endParaRPr lang="de-DE" sz="1400" b="1" dirty="0">
              <a:solidFill>
                <a:schemeClr val="tx1"/>
              </a:solidFill>
            </a:endParaRPr>
          </a:p>
        </p:txBody>
      </p:sp>
      <p:sp>
        <p:nvSpPr>
          <p:cNvPr id="90" name="Textfeld 89">
            <a:extLst>
              <a:ext uri="{FF2B5EF4-FFF2-40B4-BE49-F238E27FC236}">
                <a16:creationId xmlns:a16="http://schemas.microsoft.com/office/drawing/2014/main" id="{27DACD3E-CFBB-ED27-47DA-4E50EAACC4F9}"/>
              </a:ext>
            </a:extLst>
          </p:cNvPr>
          <p:cNvSpPr txBox="1"/>
          <p:nvPr/>
        </p:nvSpPr>
        <p:spPr bwMode="gray">
          <a:xfrm>
            <a:off x="7097231" y="2177803"/>
            <a:ext cx="1664314" cy="817418"/>
          </a:xfrm>
          <a:prstGeom prst="rect">
            <a:avLst/>
          </a:prstGeom>
          <a:noFill/>
        </p:spPr>
        <p:txBody>
          <a:bodyPr wrap="square" lIns="144000" tIns="144000" rIns="144000" bIns="0" rtlCol="0">
            <a:no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100" b="1" dirty="0">
                <a:solidFill>
                  <a:schemeClr val="tx1"/>
                </a:solidFill>
              </a:rPr>
              <a:t>Kontrolle</a:t>
            </a:r>
            <a:endParaRPr lang="de-DE" sz="1400" b="1" dirty="0">
              <a:solidFill>
                <a:schemeClr val="tx1"/>
              </a:solidFill>
            </a:endParaRPr>
          </a:p>
        </p:txBody>
      </p:sp>
      <p:sp>
        <p:nvSpPr>
          <p:cNvPr id="91" name="Textfeld 90">
            <a:extLst>
              <a:ext uri="{FF2B5EF4-FFF2-40B4-BE49-F238E27FC236}">
                <a16:creationId xmlns:a16="http://schemas.microsoft.com/office/drawing/2014/main" id="{CA180C72-5776-DDF8-66AE-F926B657426B}"/>
              </a:ext>
            </a:extLst>
          </p:cNvPr>
          <p:cNvSpPr txBox="1"/>
          <p:nvPr/>
        </p:nvSpPr>
        <p:spPr bwMode="gray">
          <a:xfrm>
            <a:off x="7363886" y="1645775"/>
            <a:ext cx="1374454" cy="817418"/>
          </a:xfrm>
          <a:prstGeom prst="rect">
            <a:avLst/>
          </a:prstGeom>
          <a:noFill/>
        </p:spPr>
        <p:txBody>
          <a:bodyPr wrap="square" lIns="144000" tIns="144000" rIns="144000" bIns="0" rtlCol="0">
            <a:no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100" b="1" dirty="0">
                <a:solidFill>
                  <a:schemeClr val="tx1"/>
                </a:solidFill>
              </a:rPr>
              <a:t>Behandlung</a:t>
            </a:r>
            <a:endParaRPr lang="de-DE" sz="1400" b="1" dirty="0">
              <a:solidFill>
                <a:schemeClr val="tx1"/>
              </a:solidFill>
            </a:endParaRPr>
          </a:p>
        </p:txBody>
      </p:sp>
      <p:sp>
        <p:nvSpPr>
          <p:cNvPr id="92" name="Textfeld 91">
            <a:extLst>
              <a:ext uri="{FF2B5EF4-FFF2-40B4-BE49-F238E27FC236}">
                <a16:creationId xmlns:a16="http://schemas.microsoft.com/office/drawing/2014/main" id="{FE62213B-20A2-B69C-9CB4-255CC61A90C5}"/>
              </a:ext>
            </a:extLst>
          </p:cNvPr>
          <p:cNvSpPr txBox="1"/>
          <p:nvPr/>
        </p:nvSpPr>
        <p:spPr bwMode="gray">
          <a:xfrm>
            <a:off x="7188315" y="2788315"/>
            <a:ext cx="1664314" cy="817418"/>
          </a:xfrm>
          <a:prstGeom prst="rect">
            <a:avLst/>
          </a:prstGeom>
          <a:noFill/>
        </p:spPr>
        <p:txBody>
          <a:bodyPr wrap="square" lIns="144000" tIns="144000" rIns="144000" bIns="0" rtlCol="0">
            <a:no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100" b="1" dirty="0">
                <a:solidFill>
                  <a:schemeClr val="tx1"/>
                </a:solidFill>
              </a:rPr>
              <a:t>Behandlung</a:t>
            </a:r>
            <a:endParaRPr lang="de-DE" sz="1400" b="1" dirty="0">
              <a:solidFill>
                <a:schemeClr val="tx1"/>
              </a:solidFill>
            </a:endParaRP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FB93DC5B-A8B0-F0E8-9B9C-7C00146CBA71}"/>
              </a:ext>
            </a:extLst>
          </p:cNvPr>
          <p:cNvGrpSpPr/>
          <p:nvPr/>
        </p:nvGrpSpPr>
        <p:grpSpPr>
          <a:xfrm>
            <a:off x="4041738" y="894074"/>
            <a:ext cx="622253" cy="4778393"/>
            <a:chOff x="4041738" y="894074"/>
            <a:chExt cx="622253" cy="4778393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19E791B7-6586-7FBA-1915-FA29680AC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044000" y="1487499"/>
              <a:ext cx="609600" cy="609600"/>
            </a:xfrm>
            <a:prstGeom prst="rect">
              <a:avLst/>
            </a:prstGeom>
          </p:spPr>
        </p:pic>
        <p:pic>
          <p:nvPicPr>
            <p:cNvPr id="6" name="Grafik 5" descr="Frau mit einfarbiger Füllung">
              <a:extLst>
                <a:ext uri="{FF2B5EF4-FFF2-40B4-BE49-F238E27FC236}">
                  <a16:creationId xmlns:a16="http://schemas.microsoft.com/office/drawing/2014/main" id="{7EB330BA-7C74-7724-B5AA-EEAECCB4D01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041738" y="894074"/>
              <a:ext cx="588818" cy="588818"/>
            </a:xfrm>
            <a:prstGeom prst="rect">
              <a:avLst/>
            </a:prstGeom>
          </p:spPr>
        </p:pic>
        <p:pic>
          <p:nvPicPr>
            <p:cNvPr id="7" name="Grafik 6" descr="Frau mit einfarbiger Füllung">
              <a:extLst>
                <a:ext uri="{FF2B5EF4-FFF2-40B4-BE49-F238E27FC236}">
                  <a16:creationId xmlns:a16="http://schemas.microsoft.com/office/drawing/2014/main" id="{66543A5C-2065-FBAD-B9FA-E153A8D5B6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054391" y="2692332"/>
              <a:ext cx="588818" cy="588818"/>
            </a:xfrm>
            <a:prstGeom prst="rect">
              <a:avLst/>
            </a:prstGeom>
          </p:spPr>
        </p:pic>
        <p:pic>
          <p:nvPicPr>
            <p:cNvPr id="9" name="Grafik 8" descr="Frau mit einfarbiger Füllung">
              <a:extLst>
                <a:ext uri="{FF2B5EF4-FFF2-40B4-BE49-F238E27FC236}">
                  <a16:creationId xmlns:a16="http://schemas.microsoft.com/office/drawing/2014/main" id="{1CC39479-5F79-0AB9-938F-0D3D42ADB1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054391" y="3281027"/>
              <a:ext cx="588818" cy="588818"/>
            </a:xfrm>
            <a:prstGeom prst="rect">
              <a:avLst/>
            </a:prstGeom>
          </p:spPr>
        </p:pic>
        <p:pic>
          <p:nvPicPr>
            <p:cNvPr id="22" name="Grafik 21" descr="Mann mit einfarbiger Füllung">
              <a:extLst>
                <a:ext uri="{FF2B5EF4-FFF2-40B4-BE49-F238E27FC236}">
                  <a16:creationId xmlns:a16="http://schemas.microsoft.com/office/drawing/2014/main" id="{3219DF95-D5EA-5E22-8779-6FCE0F852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054391" y="3862839"/>
              <a:ext cx="609600" cy="609600"/>
            </a:xfrm>
            <a:prstGeom prst="rect">
              <a:avLst/>
            </a:prstGeom>
          </p:spPr>
        </p:pic>
        <p:pic>
          <p:nvPicPr>
            <p:cNvPr id="25" name="Grafik 24" descr="Mann mit einfarbiger Füllung">
              <a:extLst>
                <a:ext uri="{FF2B5EF4-FFF2-40B4-BE49-F238E27FC236}">
                  <a16:creationId xmlns:a16="http://schemas.microsoft.com/office/drawing/2014/main" id="{A37F87C5-4688-08E9-73ED-9A96024C06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054391" y="4480016"/>
              <a:ext cx="609600" cy="609600"/>
            </a:xfrm>
            <a:prstGeom prst="rect">
              <a:avLst/>
            </a:prstGeom>
          </p:spPr>
        </p:pic>
        <p:pic>
          <p:nvPicPr>
            <p:cNvPr id="27" name="Grafik 26" descr="Frau mit einfarbiger Füllung">
              <a:extLst>
                <a:ext uri="{FF2B5EF4-FFF2-40B4-BE49-F238E27FC236}">
                  <a16:creationId xmlns:a16="http://schemas.microsoft.com/office/drawing/2014/main" id="{98B8D05F-C3E2-5F6A-841C-459EF4B54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4064782" y="5083649"/>
              <a:ext cx="588818" cy="588818"/>
            </a:xfrm>
            <a:prstGeom prst="rect">
              <a:avLst/>
            </a:prstGeom>
          </p:spPr>
        </p:pic>
        <p:pic>
          <p:nvPicPr>
            <p:cNvPr id="34" name="Grafik 33" descr="Mann mit einfarbiger Füllung">
              <a:extLst>
                <a:ext uri="{FF2B5EF4-FFF2-40B4-BE49-F238E27FC236}">
                  <a16:creationId xmlns:a16="http://schemas.microsoft.com/office/drawing/2014/main" id="{EF12B6F3-23D4-34E9-A959-0FC8E07A3BA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044000" y="2101706"/>
              <a:ext cx="609600" cy="609600"/>
            </a:xfrm>
            <a:prstGeom prst="rect">
              <a:avLst/>
            </a:prstGeom>
          </p:spPr>
        </p:pic>
      </p:grpSp>
      <p:pic>
        <p:nvPicPr>
          <p:cNvPr id="36" name="Grafik 35" descr="Mann mit einfarbiger Füllung">
            <a:extLst>
              <a:ext uri="{FF2B5EF4-FFF2-40B4-BE49-F238E27FC236}">
                <a16:creationId xmlns:a16="http://schemas.microsoft.com/office/drawing/2014/main" id="{D8C0E4A3-A73B-4EDF-F387-C50B8ED8C2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15751" y="2483614"/>
            <a:ext cx="609600" cy="609600"/>
          </a:xfrm>
          <a:prstGeom prst="rect">
            <a:avLst/>
          </a:prstGeom>
        </p:spPr>
      </p:pic>
      <p:sp>
        <p:nvSpPr>
          <p:cNvPr id="37" name="Geschweifte Klammer rechts 36">
            <a:extLst>
              <a:ext uri="{FF2B5EF4-FFF2-40B4-BE49-F238E27FC236}">
                <a16:creationId xmlns:a16="http://schemas.microsoft.com/office/drawing/2014/main" id="{69E64C3C-EF99-0B6A-A056-07BB44334344}"/>
              </a:ext>
            </a:extLst>
          </p:cNvPr>
          <p:cNvSpPr/>
          <p:nvPr/>
        </p:nvSpPr>
        <p:spPr bwMode="gray">
          <a:xfrm>
            <a:off x="4641707" y="3405847"/>
            <a:ext cx="602673" cy="1110656"/>
          </a:xfrm>
          <a:prstGeom prst="rightBrace">
            <a:avLst>
              <a:gd name="adj1" fmla="val 0"/>
              <a:gd name="adj2" fmla="val 50326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6" name="Geschweifte Klammer rechts 45">
            <a:extLst>
              <a:ext uri="{FF2B5EF4-FFF2-40B4-BE49-F238E27FC236}">
                <a16:creationId xmlns:a16="http://schemas.microsoft.com/office/drawing/2014/main" id="{3D0135B4-6F55-9D40-222D-8DA338BC3EAD}"/>
              </a:ext>
            </a:extLst>
          </p:cNvPr>
          <p:cNvSpPr/>
          <p:nvPr/>
        </p:nvSpPr>
        <p:spPr bwMode="gray">
          <a:xfrm>
            <a:off x="4639629" y="4564808"/>
            <a:ext cx="602673" cy="1110656"/>
          </a:xfrm>
          <a:prstGeom prst="rightBrace">
            <a:avLst>
              <a:gd name="adj1" fmla="val 0"/>
              <a:gd name="adj2" fmla="val 50326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0" name="Geschweifte Klammer rechts 49">
            <a:extLst>
              <a:ext uri="{FF2B5EF4-FFF2-40B4-BE49-F238E27FC236}">
                <a16:creationId xmlns:a16="http://schemas.microsoft.com/office/drawing/2014/main" id="{EB1939A3-860F-8D3F-3B64-2CF8C47C91B6}"/>
              </a:ext>
            </a:extLst>
          </p:cNvPr>
          <p:cNvSpPr/>
          <p:nvPr/>
        </p:nvSpPr>
        <p:spPr bwMode="gray">
          <a:xfrm flipH="1">
            <a:off x="6272396" y="3473901"/>
            <a:ext cx="598304" cy="861729"/>
          </a:xfrm>
          <a:prstGeom prst="rightBrace">
            <a:avLst>
              <a:gd name="adj1" fmla="val 0"/>
              <a:gd name="adj2" fmla="val 50965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1" name="Geschweifte Klammer rechts 50">
            <a:extLst>
              <a:ext uri="{FF2B5EF4-FFF2-40B4-BE49-F238E27FC236}">
                <a16:creationId xmlns:a16="http://schemas.microsoft.com/office/drawing/2014/main" id="{7782DA2B-8F33-F0DF-9AAB-19EEA90EC823}"/>
              </a:ext>
            </a:extLst>
          </p:cNvPr>
          <p:cNvSpPr/>
          <p:nvPr/>
        </p:nvSpPr>
        <p:spPr bwMode="gray">
          <a:xfrm flipH="1">
            <a:off x="6261716" y="4687951"/>
            <a:ext cx="598304" cy="861729"/>
          </a:xfrm>
          <a:prstGeom prst="rightBrace">
            <a:avLst>
              <a:gd name="adj1" fmla="val 0"/>
              <a:gd name="adj2" fmla="val 50965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53" name="Grafik 52" descr="Mann mit einfarbiger Füllung">
            <a:extLst>
              <a:ext uri="{FF2B5EF4-FFF2-40B4-BE49-F238E27FC236}">
                <a16:creationId xmlns:a16="http://schemas.microsoft.com/office/drawing/2014/main" id="{04769D6A-F9FC-D4B5-250E-B37A85281E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50418" y="2677390"/>
            <a:ext cx="609600" cy="609600"/>
          </a:xfrm>
          <a:prstGeom prst="rect">
            <a:avLst/>
          </a:prstGeom>
        </p:spPr>
      </p:pic>
      <p:sp>
        <p:nvSpPr>
          <p:cNvPr id="55" name="Textfeld 54">
            <a:extLst>
              <a:ext uri="{FF2B5EF4-FFF2-40B4-BE49-F238E27FC236}">
                <a16:creationId xmlns:a16="http://schemas.microsoft.com/office/drawing/2014/main" id="{4A6A0135-4AD8-D007-3C4B-340EED7DD914}"/>
              </a:ext>
            </a:extLst>
          </p:cNvPr>
          <p:cNvSpPr txBox="1"/>
          <p:nvPr/>
        </p:nvSpPr>
        <p:spPr bwMode="gray">
          <a:xfrm>
            <a:off x="7074026" y="4559626"/>
            <a:ext cx="1664314" cy="817418"/>
          </a:xfrm>
          <a:prstGeom prst="rect">
            <a:avLst/>
          </a:prstGeom>
          <a:noFill/>
        </p:spPr>
        <p:txBody>
          <a:bodyPr wrap="square" lIns="144000" tIns="144000" rIns="144000" bIns="0" rtlCol="0">
            <a:no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100" b="1" dirty="0">
                <a:solidFill>
                  <a:schemeClr val="tx1"/>
                </a:solidFill>
              </a:rPr>
              <a:t>Kontrolle</a:t>
            </a:r>
            <a:endParaRPr lang="de-DE" sz="1400" b="1" dirty="0">
              <a:solidFill>
                <a:schemeClr val="tx1"/>
              </a:solidFill>
            </a:endParaRP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CFDBBF67-EC4F-97F6-5A1F-87EA42BB3A09}"/>
              </a:ext>
            </a:extLst>
          </p:cNvPr>
          <p:cNvSpPr txBox="1"/>
          <p:nvPr/>
        </p:nvSpPr>
        <p:spPr bwMode="gray">
          <a:xfrm>
            <a:off x="7097231" y="3325875"/>
            <a:ext cx="1664314" cy="817418"/>
          </a:xfrm>
          <a:prstGeom prst="rect">
            <a:avLst/>
          </a:prstGeom>
          <a:noFill/>
        </p:spPr>
        <p:txBody>
          <a:bodyPr wrap="square" lIns="144000" tIns="144000" rIns="144000" bIns="0" rtlCol="0">
            <a:no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100" b="1" dirty="0">
                <a:solidFill>
                  <a:schemeClr val="tx1"/>
                </a:solidFill>
              </a:rPr>
              <a:t>Kontrolle</a:t>
            </a:r>
            <a:endParaRPr lang="de-DE" sz="1400" b="1" dirty="0">
              <a:solidFill>
                <a:schemeClr val="tx1"/>
              </a:solidFill>
            </a:endParaRP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15AB05F1-941F-753F-4A23-65E295E70F1E}"/>
              </a:ext>
            </a:extLst>
          </p:cNvPr>
          <p:cNvSpPr txBox="1"/>
          <p:nvPr/>
        </p:nvSpPr>
        <p:spPr bwMode="gray">
          <a:xfrm>
            <a:off x="7306325" y="5149381"/>
            <a:ext cx="1374454" cy="817418"/>
          </a:xfrm>
          <a:prstGeom prst="rect">
            <a:avLst/>
          </a:prstGeom>
          <a:noFill/>
        </p:spPr>
        <p:txBody>
          <a:bodyPr wrap="square" lIns="144000" tIns="144000" rIns="144000" bIns="0" rtlCol="0">
            <a:no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100" b="1" dirty="0">
                <a:solidFill>
                  <a:schemeClr val="tx1"/>
                </a:solidFill>
              </a:rPr>
              <a:t>Behandlung</a:t>
            </a:r>
            <a:endParaRPr lang="de-DE" sz="1400" b="1" dirty="0">
              <a:solidFill>
                <a:schemeClr val="tx1"/>
              </a:solidFill>
            </a:endParaRP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BD6AF468-A272-FB35-1ABC-C64BA5A919A4}"/>
              </a:ext>
            </a:extLst>
          </p:cNvPr>
          <p:cNvSpPr txBox="1"/>
          <p:nvPr/>
        </p:nvSpPr>
        <p:spPr bwMode="gray">
          <a:xfrm>
            <a:off x="7350242" y="3989565"/>
            <a:ext cx="1374454" cy="817418"/>
          </a:xfrm>
          <a:prstGeom prst="rect">
            <a:avLst/>
          </a:prstGeom>
          <a:noFill/>
        </p:spPr>
        <p:txBody>
          <a:bodyPr wrap="square" lIns="144000" tIns="144000" rIns="144000" bIns="0" rtlCol="0">
            <a:no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100" b="1" dirty="0">
                <a:solidFill>
                  <a:schemeClr val="tx1"/>
                </a:solidFill>
              </a:rPr>
              <a:t>Behandlung</a:t>
            </a:r>
            <a:endParaRPr lang="de-DE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720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A51A19FF-7379-C8F6-4B45-D13C9B2E21F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6000" y="1263535"/>
            <a:ext cx="11232000" cy="5004261"/>
          </a:xfrm>
        </p:spPr>
        <p:txBody>
          <a:bodyPr/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Felser, G. (2023). Werbe- und Konsumentenpsychologie. Berlin: Springer.</a:t>
            </a:r>
            <a:endParaRPr lang="de-DE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Kleindienst, N. (2013). </a:t>
            </a:r>
            <a:r>
              <a:rPr lang="de-DE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Verblindung, </a:t>
            </a:r>
            <a:r>
              <a:rPr lang="de-DE" b="0" i="1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Matching</a:t>
            </a:r>
            <a:r>
              <a:rPr lang="de-DE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Randomisierung in Psychotherapiestudien</a:t>
            </a:r>
            <a:r>
              <a:rPr lang="de-DE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de-DE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Psychotherapie, Psychosomatik, Medizinische Psychologie, 63</a:t>
            </a:r>
            <a:r>
              <a:rPr lang="de-DE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(03/04), 161–162. </a:t>
            </a:r>
            <a:r>
              <a:rPr lang="de-DE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https://www.thieme-connect.de/media/ppmp/20130304/lookinside/10.1055-s-0032-1332977-1.jpg</a:t>
            </a:r>
            <a:endParaRPr lang="de-DE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Mehrholz</a:t>
            </a:r>
            <a:r>
              <a:rPr lang="de-DE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J.</a:t>
            </a:r>
            <a:r>
              <a:rPr lang="de-DE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(2010). </a:t>
            </a:r>
            <a:r>
              <a:rPr lang="de-DE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Wissenschaft erklärt: Stratifizierung – Wie man unterschiedliche Voraussetzungen ausgleicht</a:t>
            </a:r>
            <a:r>
              <a:rPr lang="de-DE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de-DE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de-DE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rgopraxis</a:t>
            </a:r>
            <a:r>
              <a:rPr lang="de-DE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3</a:t>
            </a:r>
            <a:r>
              <a:rPr lang="de-DE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(9), 13. </a:t>
            </a:r>
            <a:r>
              <a:rPr lang="de-DE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https://www.thieme-connect.com/products/ejournals/pdf/10.1055/s-0030-1265874.pdf</a:t>
            </a:r>
            <a:endParaRPr lang="de-DE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Schulz, K. F., &amp; Grimes, D. A. (2007). </a:t>
            </a:r>
            <a:r>
              <a:rPr lang="de-DE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Reihe Epidemiologie 6: Generierung von </a:t>
            </a:r>
            <a:r>
              <a:rPr lang="de-DE" b="0" i="1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Randomisierungslisten</a:t>
            </a:r>
            <a:r>
              <a:rPr lang="de-DE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randomisierten Studien: Zufall, nicht Auswahl</a:t>
            </a:r>
            <a:r>
              <a:rPr lang="de-DE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de-DE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ZaeFQ</a:t>
            </a:r>
            <a:r>
              <a:rPr lang="de-DE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Zeitschrift für ärztliche Fortbildung, Qualität im Gesundheitswesen, 101</a:t>
            </a:r>
            <a:r>
              <a:rPr lang="de-DE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(6), 419–426.</a:t>
            </a:r>
            <a:r>
              <a:rPr lang="de-DE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https://www.ebm-netzwerk.de/de/medien/pdf/zefq8-schulz-epidemiologie6</a:t>
            </a:r>
            <a:r>
              <a:rPr lang="de-DE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.pdf</a:t>
            </a:r>
            <a:endParaRPr lang="de-DE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D161165-0CF2-5885-75F0-4A61D09B4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327535"/>
            <a:ext cx="7416000" cy="936000"/>
          </a:xfrm>
        </p:spPr>
        <p:txBody>
          <a:bodyPr/>
          <a:lstStyle/>
          <a:p>
            <a:r>
              <a:rPr lang="de-DE" dirty="0"/>
              <a:t>Quellen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A596C2D-8248-DA2D-9D21-1D740537EAD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9E9C37E-8A19-4E30-BE2B-5A966AD23C7A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8952949"/>
      </p:ext>
    </p:extLst>
  </p:cSld>
  <p:clrMapOvr>
    <a:masterClrMapping/>
  </p:clrMapOvr>
</p:sld>
</file>

<file path=ppt/theme/theme1.xml><?xml version="1.0" encoding="utf-8"?>
<a:theme xmlns:a="http://schemas.openxmlformats.org/drawingml/2006/main" name="CFH">
  <a:themeElements>
    <a:clrScheme name="CFH">
      <a:dk1>
        <a:srgbClr val="38414A"/>
      </a:dk1>
      <a:lt1>
        <a:srgbClr val="FFFFFF"/>
      </a:lt1>
      <a:dk2>
        <a:srgbClr val="E6DFD9"/>
      </a:dk2>
      <a:lt2>
        <a:srgbClr val="5F6872"/>
      </a:lt2>
      <a:accent1>
        <a:srgbClr val="691F40"/>
      </a:accent1>
      <a:accent2>
        <a:srgbClr val="E6007E"/>
      </a:accent2>
      <a:accent3>
        <a:srgbClr val="012490"/>
      </a:accent3>
      <a:accent4>
        <a:srgbClr val="56A4D5"/>
      </a:accent4>
      <a:accent5>
        <a:srgbClr val="AC8088"/>
      </a:accent5>
      <a:accent6>
        <a:srgbClr val="F0BACF"/>
      </a:accent6>
      <a:hlink>
        <a:srgbClr val="E6007E"/>
      </a:hlink>
      <a:folHlink>
        <a:srgbClr val="56A4D5"/>
      </a:folHlink>
    </a:clrScheme>
    <a:fontScheme name="Verdana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tx1"/>
        </a:solidFill>
        <a:ln w="9525">
          <a:solidFill>
            <a:schemeClr val="tx1"/>
          </a:solidFill>
        </a:ln>
      </a:spPr>
      <a:bodyPr rtlCol="0" anchor="ctr"/>
      <a:lstStyle>
        <a:defPPr algn="ctr">
          <a:defRPr sz="140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762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144000" tIns="144000" rIns="144000" bIns="0" rtlCol="0">
        <a:noAutofit/>
      </a:bodyPr>
      <a:lstStyle>
        <a:defPPr marL="180000" indent="-180000" algn="l">
          <a:lnSpc>
            <a:spcPct val="112000"/>
          </a:lnSpc>
          <a:spcBef>
            <a:spcPts val="300"/>
          </a:spcBef>
          <a:spcAft>
            <a:spcPts val="300"/>
          </a:spcAft>
          <a:buFont typeface="Wingdings" panose="05000000000000000000" pitchFamily="2" charset="2"/>
          <a:buChar char=""/>
          <a:defRPr sz="14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SF_MASTER" id="{95C2EC59-0878-409F-B4DA-8BA803E806D2}" vid="{0D6204FE-EBBE-4500-8714-52EB703B9C4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AEA80B811E31442B94C0A0EC1F2E4C3" ma:contentTypeVersion="14" ma:contentTypeDescription="Ein neues Dokument erstellen." ma:contentTypeScope="" ma:versionID="3ea85d7dc11fe3004c63c67c5f1eaf3e">
  <xsd:schema xmlns:xsd="http://www.w3.org/2001/XMLSchema" xmlns:xs="http://www.w3.org/2001/XMLSchema" xmlns:p="http://schemas.microsoft.com/office/2006/metadata/properties" xmlns:ns2="cb575c31-f065-4004-9201-85c719c7bdd7" xmlns:ns3="4e333313-9862-422f-9fdd-542e0603400c" targetNamespace="http://schemas.microsoft.com/office/2006/metadata/properties" ma:root="true" ma:fieldsID="57b87da2927f835ae1a04f6db51e693c" ns2:_="" ns3:_="">
    <xsd:import namespace="cb575c31-f065-4004-9201-85c719c7bdd7"/>
    <xsd:import namespace="4e333313-9862-422f-9fdd-542e0603400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575c31-f065-4004-9201-85c719c7bd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20613803-36e0-4b67-8b3b-0e64834c85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333313-9862-422f-9fdd-542e0603400c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b575c31-f065-4004-9201-85c719c7bdd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270A700-DEEA-447A-9563-341FE31195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FFA2D0-F94D-43A3-A532-5C7A63D044AA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cb575c31-f065-4004-9201-85c719c7bdd7"/>
    <ds:schemaRef ds:uri="4e333313-9862-422f-9fdd-542e0603400c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8D376AB-A9E4-4754-99D0-8F5E2662DDA0}">
  <ds:schemaRefs>
    <ds:schemaRef ds:uri="http://schemas.microsoft.com/office/2006/metadata/properties"/>
    <ds:schemaRef ds:uri="http://www.w3.org/2000/xmlns/"/>
    <ds:schemaRef ds:uri="cb575c31-f065-4004-9201-85c719c7bdd7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382</Words>
  <Application>Microsoft Office PowerPoint</Application>
  <PresentationFormat>Breitbild</PresentationFormat>
  <Paragraphs>45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Verdana</vt:lpstr>
      <vt:lpstr>Wingdings</vt:lpstr>
      <vt:lpstr>CFH</vt:lpstr>
      <vt:lpstr>Stratifizierte Randomisierung</vt:lpstr>
      <vt:lpstr>Stratifizierte Randomisierung</vt:lpstr>
      <vt:lpstr>Matching/Parallelisierung</vt:lpstr>
      <vt:lpstr>Quellen</vt:lpstr>
    </vt:vector>
  </TitlesOfParts>
  <Company>Charlotte Fresenius Hochschule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Präsentation</dc:title>
  <dc:creator/>
  <dc:description>Optimiert für Office 2016</dc:description>
  <cp:lastModifiedBy>Caroline Zygar-Hoffmann</cp:lastModifiedBy>
  <cp:revision>7</cp:revision>
  <dcterms:created xsi:type="dcterms:W3CDTF">2019-02-26T15:06:28Z</dcterms:created>
  <dcterms:modified xsi:type="dcterms:W3CDTF">2026-01-20T07:13:00Z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0x010100EAEA80B811E31442B94C0A0EC1F2E4C3</vt:lpwstr>
  </property>
  <property fmtid="{D5CDD505-2E9C-101B-9397-08002B2CF9AE}" pid="3" name="Order">
    <vt:lpwstr>162900.000000000</vt:lpwstr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lpwstr/>
  </property>
</Properties>
</file>