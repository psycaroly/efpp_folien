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e Zygar-Hoffmann" userId="2818bc5e-8835-485e-b099-5b52442ea8af" providerId="ADAL" clId="{026FEE5D-CA2A-41C5-BE1E-A4A10F8A2E86}"/>
    <pc:docChg chg="custSel addSld modSld">
      <pc:chgData name="Caroline Zygar-Hoffmann" userId="2818bc5e-8835-485e-b099-5b52442ea8af" providerId="ADAL" clId="{026FEE5D-CA2A-41C5-BE1E-A4A10F8A2E86}" dt="2024-12-18T15:03:56.893" v="11" actId="403"/>
      <pc:docMkLst>
        <pc:docMk/>
      </pc:docMkLst>
      <pc:sldChg chg="delSp modSp new mod">
        <pc:chgData name="Caroline Zygar-Hoffmann" userId="2818bc5e-8835-485e-b099-5b52442ea8af" providerId="ADAL" clId="{026FEE5D-CA2A-41C5-BE1E-A4A10F8A2E86}" dt="2024-12-18T15:03:56.893" v="11" actId="403"/>
        <pc:sldMkLst>
          <pc:docMk/>
          <pc:sldMk cId="623023609" sldId="258"/>
        </pc:sldMkLst>
        <pc:spChg chg="mod">
          <ac:chgData name="Caroline Zygar-Hoffmann" userId="2818bc5e-8835-485e-b099-5b52442ea8af" providerId="ADAL" clId="{026FEE5D-CA2A-41C5-BE1E-A4A10F8A2E86}" dt="2024-12-18T15:03:56.893" v="11" actId="403"/>
          <ac:spMkLst>
            <pc:docMk/>
            <pc:sldMk cId="623023609" sldId="258"/>
            <ac:spMk id="2" creationId="{5A97CC7B-92C2-2CC5-D3C6-5FF60EE2870C}"/>
          </ac:spMkLst>
        </pc:spChg>
        <pc:spChg chg="del">
          <ac:chgData name="Caroline Zygar-Hoffmann" userId="2818bc5e-8835-485e-b099-5b52442ea8af" providerId="ADAL" clId="{026FEE5D-CA2A-41C5-BE1E-A4A10F8A2E86}" dt="2024-12-18T15:03:51.976" v="4" actId="478"/>
          <ac:spMkLst>
            <pc:docMk/>
            <pc:sldMk cId="623023609" sldId="258"/>
            <ac:spMk id="3" creationId="{3CD88C44-B4EF-1359-7E50-9F94DBB520C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B74E59-0728-C4A3-E9D5-08CAC4EF7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3DE962-E0A7-D119-117F-9B74F2B27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23CFFA-D14E-4355-5399-04751FD9B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F75E6C-DBBA-17B7-4E33-3BC67FB02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16FB47-ECA2-F6FD-A807-4FF6D492C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4086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731D0E-670F-AF4A-4DCB-E52E40011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3EDE4F-F10A-E822-BCC4-14808559B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8DBCEF6-A4C9-EC1F-5CAF-F3E64B9D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BCBEA8B-B33D-B477-3E79-5A3979376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937AD66-A96A-DC88-A51D-EB333B988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478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9EC210-2EDC-4932-BDF5-69DFCBF3C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E2247B-9AFE-E1D8-52EB-E7DFC42E1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F611EA-E8A8-E787-AD6C-984B024EC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3342E2-2751-AA7F-39EB-D7BCD5F04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2E9A4C-D611-D4F7-923A-51B78B37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06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6EEDA4-DA7B-7900-AC0A-551A6562D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88347D-7B35-A1B9-56C7-BBB897DCD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781E0A-1853-834F-C7A2-CC93FD315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67B0DB-85FC-0283-109B-646E70E8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8FCCD4-9C01-2E82-D1FF-CC72B93C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AB9077-6BFE-AB2D-13BA-0D5185F91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78129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14AD63-5142-D26F-2F3C-471DBFD4C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93F7969-540A-7624-20F1-6B66E302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9FB002C-2594-D6EE-510D-0017C4230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C8D0B11-E894-D003-D192-FBA1EB3A05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F50546-1A9F-6B26-1E50-BD98D6911D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AE62135-2B19-6F2B-1F61-16AFDDCC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D34D9AC-2851-4430-86A2-122480A5C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F85DD0D-C339-018A-9D99-D46E0827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084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ABB6D-6CE2-6CCE-BC1D-6544B8CA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2052ADD-1C8D-B3C9-9245-3708EBD2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8F855D6-41B8-D2C4-B5A6-2444B4732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F14EAAB-F199-58B1-4A1D-6C136D2C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763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46C653-AEDA-F104-D072-D62D4C22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F44C471-18EA-6E12-A0C0-679BEBA7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D64709-3837-FCFF-4EF5-9DDCCD85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4821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91A325-4D6E-07A3-D985-227D4631C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968320C-3947-E34D-33E9-AE659C1AD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4E4AC94-B476-1086-E8D4-6E11575DD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27937E-6B22-3621-5E5A-E1D021A2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4E6981F-B6AA-FF52-FED8-C6C7504BE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565D0F7-AF53-A33A-811C-80A9BCDB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8548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F24EB-30D6-F5A8-52A5-3770C7B9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F952630-7D4D-CD88-10C1-364221C56D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87BDD24-3F3E-515C-466B-491D04055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7F065E-1168-0E70-6D3E-EC6475E7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288DAB4-83C2-1312-C4E2-539FCDC88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0FBE2D-4E76-DFBA-4B3A-4C0FF511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40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095C3F-8BDE-437F-A288-879EA3F26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7DC8AE4-932E-D30A-11A6-372E39AFF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5818EA2-A5F2-4531-86B2-9A842FC3F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7BC9A4-AC9F-D35B-C4F0-00A39FEE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1FEB96-9132-94F9-3176-2A334EB8B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09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7246DB8-5303-5A5E-4872-5B0A6C7C9F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CAB20AD-625B-027A-81EF-D1DA9327B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F5910D-D945-38B3-49C2-6E06A5D3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B808C9-7F0B-FA6E-E0F3-CFBD6D25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97AE55-2201-D879-1178-A2177E20E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4725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173AFF-4421-D0F6-96C3-625FA012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2B178FF-A35A-E307-7417-3AD7BE617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98240DF-70E2-6C0C-569E-A00818D3E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DEE69F-E07C-4EDF-8FA6-0C1234A2D4B2}" type="datetimeFigureOut">
              <a:rPr lang="de-DE" smtClean="0"/>
              <a:t>18.12.2024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DA11BB-6F93-332F-B0E2-E0594AE6F0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C0EBD1A-2D87-AD97-F25E-1670EE3B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68055-39E1-4F67-9AF9-C36FA270314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665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97CC7B-92C2-2CC5-D3C6-5FF60EE287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de-DE" sz="4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Wie beeinflusst </a:t>
            </a:r>
            <a:r>
              <a:rPr lang="de-DE" sz="44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Social</a:t>
            </a:r>
            <a:r>
              <a:rPr lang="de-DE" sz="44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-Media-Nutzung das Selbstwertgefühl von Jugendlichen?</a:t>
            </a:r>
            <a:endParaRPr lang="de-DE" sz="13800" dirty="0"/>
          </a:p>
        </p:txBody>
      </p:sp>
    </p:spTree>
    <p:extLst>
      <p:ext uri="{BB962C8B-B14F-4D97-AF65-F5344CB8AC3E}">
        <p14:creationId xmlns:p14="http://schemas.microsoft.com/office/powerpoint/2010/main" val="623023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69762-C450-D335-7D8F-8CEBBE058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Google Docs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4C5FBA-2AFF-EE87-B7A1-37EA40442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8079" y="1834956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Quantitative Gruppe: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413653-71AA-A417-32A8-9EFE42F54F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36094" y="1834956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Qualitative Gruppe: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364D1F8-D847-4E12-9E86-619EFBE0F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079" y="2604099"/>
            <a:ext cx="3441146" cy="3109913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E1D2D5-E797-6816-DEFD-EAF9CBEDC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679" y="2433442"/>
            <a:ext cx="3441146" cy="346005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0987D538-1C0E-275E-F710-A2655DF7E011}"/>
              </a:ext>
            </a:extLst>
          </p:cNvPr>
          <p:cNvSpPr txBox="1"/>
          <p:nvPr/>
        </p:nvSpPr>
        <p:spPr>
          <a:xfrm>
            <a:off x="1645635" y="5855229"/>
            <a:ext cx="26464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https://shorturl.at/T866b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54C4EC5-C2FC-4E93-497E-9E73A82537D7}"/>
              </a:ext>
            </a:extLst>
          </p:cNvPr>
          <p:cNvSpPr txBox="1"/>
          <p:nvPr/>
        </p:nvSpPr>
        <p:spPr>
          <a:xfrm>
            <a:off x="6800946" y="5778696"/>
            <a:ext cx="2672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https://shorturl.at/HFYrd</a:t>
            </a:r>
          </a:p>
        </p:txBody>
      </p:sp>
    </p:spTree>
    <p:extLst>
      <p:ext uri="{BB962C8B-B14F-4D97-AF65-F5344CB8AC3E}">
        <p14:creationId xmlns:p14="http://schemas.microsoft.com/office/powerpoint/2010/main" val="2185534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Breitbild</PresentationFormat>
  <Paragraphs>6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Wie beeinflusst Social-Media-Nutzung das Selbstwertgefühl von Jugendlichen?</vt:lpstr>
      <vt:lpstr>Google Docs</vt:lpstr>
    </vt:vector>
  </TitlesOfParts>
  <Company>LMU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Caroline Zygar-Hoffmann</dc:creator>
  <cp:lastModifiedBy>Caroline Zygar-Hoffmann</cp:lastModifiedBy>
  <cp:revision>1</cp:revision>
  <dcterms:created xsi:type="dcterms:W3CDTF">2024-12-18T11:08:32Z</dcterms:created>
  <dcterms:modified xsi:type="dcterms:W3CDTF">2024-12-18T15:04:06Z</dcterms:modified>
</cp:coreProperties>
</file>